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Lst>
  <p:notesMasterIdLst>
    <p:notesMasterId r:id="rId33"/>
  </p:notesMasterIdLst>
  <p:handoutMasterIdLst>
    <p:handoutMasterId r:id="rId34"/>
  </p:handoutMasterIdLst>
  <p:sldIdLst>
    <p:sldId id="2561" r:id="rId5"/>
    <p:sldId id="2563" r:id="rId6"/>
    <p:sldId id="2579" r:id="rId7"/>
    <p:sldId id="2564" r:id="rId8"/>
    <p:sldId id="2580" r:id="rId9"/>
    <p:sldId id="2581" r:id="rId10"/>
    <p:sldId id="2582" r:id="rId11"/>
    <p:sldId id="2583" r:id="rId12"/>
    <p:sldId id="2566" r:id="rId13"/>
    <p:sldId id="2567" r:id="rId14"/>
    <p:sldId id="2584" r:id="rId15"/>
    <p:sldId id="2568" r:id="rId16"/>
    <p:sldId id="2585" r:id="rId17"/>
    <p:sldId id="2586" r:id="rId18"/>
    <p:sldId id="2587" r:id="rId19"/>
    <p:sldId id="2588" r:id="rId20"/>
    <p:sldId id="2589" r:id="rId21"/>
    <p:sldId id="2590" r:id="rId22"/>
    <p:sldId id="2570" r:id="rId23"/>
    <p:sldId id="2571" r:id="rId24"/>
    <p:sldId id="2572" r:id="rId25"/>
    <p:sldId id="2574" r:id="rId26"/>
    <p:sldId id="2575" r:id="rId27"/>
    <p:sldId id="2576" r:id="rId28"/>
    <p:sldId id="2578" r:id="rId29"/>
    <p:sldId id="2591" r:id="rId30"/>
    <p:sldId id="2592" r:id="rId31"/>
    <p:sldId id="259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Visual Basic 6.0" id="{2BF13C93-8670-4EAA-981D-8FA1F0F5198C}">
          <p14:sldIdLst>
            <p14:sldId id="2561"/>
          </p14:sldIdLst>
        </p14:section>
        <p14:section name="Introduction and Objectives" id="{4A495632-2967-4F52-A8DC-D19A659B456E}">
          <p14:sldIdLst>
            <p14:sldId id="2563"/>
            <p14:sldId id="2579"/>
            <p14:sldId id="2564"/>
            <p14:sldId id="2580"/>
            <p14:sldId id="2581"/>
            <p14:sldId id="2582"/>
          </p14:sldIdLst>
        </p14:section>
        <p14:section name="Core Concepts and Environment" id="{C9C9F34C-BCBA-42B3-BB9F-62145BE2B194}">
          <p14:sldIdLst>
            <p14:sldId id="2583"/>
            <p14:sldId id="2566"/>
            <p14:sldId id="2567"/>
            <p14:sldId id="2584"/>
            <p14:sldId id="2568"/>
            <p14:sldId id="2585"/>
            <p14:sldId id="2586"/>
          </p14:sldIdLst>
        </p14:section>
        <p14:section name="Visual Basic Interface Components" id="{D5AB69C9-18B9-44B2-ACB7-7FB8D44F5AC5}">
          <p14:sldIdLst>
            <p14:sldId id="2587"/>
            <p14:sldId id="2588"/>
            <p14:sldId id="2589"/>
            <p14:sldId id="2590"/>
            <p14:sldId id="2570"/>
            <p14:sldId id="2571"/>
            <p14:sldId id="2572"/>
          </p14:sldIdLst>
        </p14:section>
        <p14:section name="Advanced Features and Development Stages" id="{DA7F8FC8-5A83-4C17-BA2F-09F4845A6680}">
          <p14:sldIdLst>
            <p14:sldId id="2574"/>
            <p14:sldId id="2575"/>
            <p14:sldId id="2576"/>
          </p14:sldIdLst>
        </p14:section>
        <p14:section name="Conclusion" id="{D5A777E7-8E8B-4FE1-9BF6-D845AD67462B}">
          <p14:sldIdLst>
            <p14:sldId id="2578"/>
            <p14:sldId id="2591"/>
            <p14:sldId id="2592"/>
            <p14:sldId id="25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211FA8-D67A-4218-9D93-906A93763373}" v="19" dt="2026-01-27T01:14:48.286"/>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6" autoAdjust="0"/>
    <p:restoredTop sz="94485"/>
  </p:normalViewPr>
  <p:slideViewPr>
    <p:cSldViewPr snapToGrid="0">
      <p:cViewPr varScale="1">
        <p:scale>
          <a:sx n="106" d="100"/>
          <a:sy n="106" d="100"/>
        </p:scale>
        <p:origin x="906" y="84"/>
      </p:cViewPr>
      <p:guideLst/>
    </p:cSldViewPr>
  </p:slideViewPr>
  <p:outlineViewPr>
    <p:cViewPr>
      <p:scale>
        <a:sx n="33" d="100"/>
        <a:sy n="33" d="100"/>
      </p:scale>
      <p:origin x="0" y="-3264"/>
    </p:cViewPr>
  </p:outlin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2/4/2026</a:t>
            </a:fld>
            <a:endParaRPr lang="en-US" dirty="0"/>
          </a:p>
        </p:txBody>
      </p:sp>
      <p:sp>
        <p:nvSpPr>
          <p:cNvPr id="4" name="Footer Placeholder 3">
            <a:extLst>
              <a:ext uri="{FF2B5EF4-FFF2-40B4-BE49-F238E27FC236}">
                <a16:creationId xmlns:a16="http://schemas.microsoft.com/office/drawing/2014/main" xmlns=""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3737715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Visual Basic 6.0 (VB6) is a programming language and integrated development environment (IDE) developed by Microsoft, widely used for creating Windows-based applications. Released in 1998, VB6 introduced a simplified approach to building graphical user interfaces (GUIs) and event-driven applications, making it popular among beginners and professionals alike. Its drag-and-drop design capabilities and intuitive syntax allowed developers to rapidly prototype and deploy applications without extensive coding. VB6 operates on the principle of combining visual design with procedural code, enabling developers to manipulate forms, controls, and objects seamlessly. The language supports object-oriented concepts such as encapsulation and modularity, though it is not fully object-oriented like modern languages. VB6 applications typically consist of forms, controls, and event handlers that respond to user actions, such as button clicks or menu selections. Despite being considered legacy software today, VB6 remains relevant in maintaining older enterprise systems and understanding foundational programming concepts. Learning VB6 provides insights into event-driven programming, component-based development, and the evolution of Microsoft’s development tools. This introduction sets the stage for exploring VB6’s environment, object model, and project structure, which are essential for creating functional Windows applications. By mastering VB6 basics, students gain a strong foundation for transitioning to modern languages like VB.NET or C#, while appreciating the historical significance of VB6 in software development.</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1934076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3</a:t>
            </a:fld>
            <a:endParaRPr lang="en-US"/>
          </a:p>
        </p:txBody>
      </p:sp>
    </p:spTree>
    <p:extLst>
      <p:ext uri="{BB962C8B-B14F-4D97-AF65-F5344CB8AC3E}">
        <p14:creationId xmlns:p14="http://schemas.microsoft.com/office/powerpoint/2010/main" val="3129408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learning objectives for this module on Visual Basic 6.0 are designed to equip students with both theoretical understanding and practical skills. First, students will learn the fundamentals of VB6, including its syntax, structure, and event-driven programming model. This involves understanding how VB6 differs from other languages and why it was pivotal in Windows application development. Second, learners will explore the Visual Basic environment, including key components such as the Project Explorer, Properties window, Toolbox, and Form Layout window. Familiarity with these tools is essential for efficient navigation and project management. Third, students will gain hands-on experience in designing and coding Windows applications using VB6, starting from simple forms to more complex projects. This includes writing code for user interactions, managing object properties, and implementing logic through event handlers. Fourth, the course emphasizes understanding the object model, which underpins VB6’s approach to organizing controls and forms. Finally, learners will develop the ability to create, debug, and deploy VB6 projects, ensuring they can troubleshoot common issues and optimize application performance. By achieving these objectives, students will not only master VB6 basics but also build transferable skills applicable to modern programming environments, preparing them for advanced courses and real-world software development scenarios.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054295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5</a:t>
            </a:fld>
            <a:endParaRPr lang="en-US"/>
          </a:p>
        </p:txBody>
      </p:sp>
    </p:spTree>
    <p:extLst>
      <p:ext uri="{BB962C8B-B14F-4D97-AF65-F5344CB8AC3E}">
        <p14:creationId xmlns:p14="http://schemas.microsoft.com/office/powerpoint/2010/main" val="2431726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6</a:t>
            </a:fld>
            <a:endParaRPr lang="en-US"/>
          </a:p>
        </p:txBody>
      </p:sp>
    </p:spTree>
    <p:extLst>
      <p:ext uri="{BB962C8B-B14F-4D97-AF65-F5344CB8AC3E}">
        <p14:creationId xmlns:p14="http://schemas.microsoft.com/office/powerpoint/2010/main" val="3146865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7</a:t>
            </a:fld>
            <a:endParaRPr lang="en-US"/>
          </a:p>
        </p:txBody>
      </p:sp>
    </p:spTree>
    <p:extLst>
      <p:ext uri="{BB962C8B-B14F-4D97-AF65-F5344CB8AC3E}">
        <p14:creationId xmlns:p14="http://schemas.microsoft.com/office/powerpoint/2010/main" val="2023450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8</a:t>
            </a:fld>
            <a:endParaRPr lang="en-US"/>
          </a:p>
        </p:txBody>
      </p:sp>
    </p:spTree>
    <p:extLst>
      <p:ext uri="{BB962C8B-B14F-4D97-AF65-F5344CB8AC3E}">
        <p14:creationId xmlns:p14="http://schemas.microsoft.com/office/powerpoint/2010/main" val="3889443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Windows applications in Visual Basic 6.0 involves leveraging its event-driven architecture and graphical interface design tools. Developers begin by designing forms, which serve as the primary user interface, using the drag-and-drop functionality provided by the VB6 IDE. Controls such as buttons, text boxes, labels, and menus are added to forms to enable user interaction. Each control has associated properties, methods, and events, which can be customized to achieve desired functionality. For example, a button click event can trigger a procedure that processes user input or updates the interface. VB6 simplifies application development by abstracting complex Windows API calls, allowing developers to focus on logic rather than low-level details. Applications are structured into projects containing forms, modules, and class files, enabling modular development. VB6 also supports ActiveX controls, which extend functionality by integrating reusable components. Writing Windows applications in VB6 emphasizes rapid development, as the IDE provides real-time feedback during design and debugging. This approach makes VB6 ideal for prototyping and educational purposes, as students can quickly visualize the impact of their code. Understanding this process lays the foundation for building robust applications that respond dynamically to user actions, a core principle of modern GUI development.</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2360486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Visual Basic 6.0 object model defines how elements within an application interact and are organized. At its core, the object model consists of objects, properties, methods, and events. Objects represent components such as forms, controls, and modules, each encapsulating data and behavior. Properties define the characteristics of an object, such as size, color, or text, and can be modified at design time or runtime. Methods are actions that objects can perform, such as Show or Hide for forms. Events are triggers that occur in response to user actions or system changes, like a Click event for a button. Understanding the object model is crucial because it underpins VB6’s event-driven programming paradigm. Developers manipulate objects through code, using dot notation to access properties and methods (e.g., TextBox1.Text = "Hello"). The hierarchical structure of the object model allows for organized and modular development, where forms contain controls, and projects contain multiple forms and modules. This model also supports extensibility through custom classes and ActiveX components, enabling developers to create reusable and scalable solutions. Mastery of the object model ensures efficient coding practices and facilitates debugging, as developers can predict object behavior and interactions within the application.</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108203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11</a:t>
            </a:fld>
            <a:endParaRPr lang="en-US"/>
          </a:p>
        </p:txBody>
      </p:sp>
    </p:spTree>
    <p:extLst>
      <p:ext uri="{BB962C8B-B14F-4D97-AF65-F5344CB8AC3E}">
        <p14:creationId xmlns:p14="http://schemas.microsoft.com/office/powerpoint/2010/main" val="2300987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Visual Basic 6.0 project is a collection of files that define an application, including forms, modules, and resources. Writing a VB6 project begins with creating a new project in the IDE, selecting the appropriate template such as Standard EXE for desktop applications. Developers then design the user interface by adding forms and controls, configuring properties to match functional requirements. Coding involves writing event procedures in response to user actions, such as button clicks or menu selections, using VB6’s intuitive syntax. Projects often include modules for shared procedures and functions, promoting code reuse and maintainability. VB6 supports integration with databases through Data Access Objects (DAO) or ActiveX Data Objects (ADO), enabling developers to build data-driven applications. Debugging tools within the IDE, such as breakpoints and the Immediate window, assist in identifying and resolving errors during development. Once complete, projects can be compiled into executable files (.exe) for distribution. Writing VB6 projects emphasizes structured development, where planning the interface, logic, and data flow ensures a functional and user-friendly application. This process introduces students to essential software engineering principles, including modularity, testing, and deployment, which remain relevant in modern programming practices.</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1386741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13</a:t>
            </a:fld>
            <a:endParaRPr lang="en-US"/>
          </a:p>
        </p:txBody>
      </p:sp>
    </p:spTree>
    <p:extLst>
      <p:ext uri="{BB962C8B-B14F-4D97-AF65-F5344CB8AC3E}">
        <p14:creationId xmlns:p14="http://schemas.microsoft.com/office/powerpoint/2010/main" val="1938341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14</a:t>
            </a:fld>
            <a:endParaRPr lang="en-US"/>
          </a:p>
        </p:txBody>
      </p:sp>
    </p:spTree>
    <p:extLst>
      <p:ext uri="{BB962C8B-B14F-4D97-AF65-F5344CB8AC3E}">
        <p14:creationId xmlns:p14="http://schemas.microsoft.com/office/powerpoint/2010/main" val="518562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15</a:t>
            </a:fld>
            <a:endParaRPr lang="en-US"/>
          </a:p>
        </p:txBody>
      </p:sp>
    </p:spTree>
    <p:extLst>
      <p:ext uri="{BB962C8B-B14F-4D97-AF65-F5344CB8AC3E}">
        <p14:creationId xmlns:p14="http://schemas.microsoft.com/office/powerpoint/2010/main" val="2290322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16</a:t>
            </a:fld>
            <a:endParaRPr lang="en-US"/>
          </a:p>
        </p:txBody>
      </p:sp>
    </p:spTree>
    <p:extLst>
      <p:ext uri="{BB962C8B-B14F-4D97-AF65-F5344CB8AC3E}">
        <p14:creationId xmlns:p14="http://schemas.microsoft.com/office/powerpoint/2010/main" val="33123510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17</a:t>
            </a:fld>
            <a:endParaRPr lang="en-US"/>
          </a:p>
        </p:txBody>
      </p:sp>
    </p:spTree>
    <p:extLst>
      <p:ext uri="{BB962C8B-B14F-4D97-AF65-F5344CB8AC3E}">
        <p14:creationId xmlns:p14="http://schemas.microsoft.com/office/powerpoint/2010/main" val="1577891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18</a:t>
            </a:fld>
            <a:endParaRPr lang="en-US"/>
          </a:p>
        </p:txBody>
      </p:sp>
    </p:spTree>
    <p:extLst>
      <p:ext uri="{BB962C8B-B14F-4D97-AF65-F5344CB8AC3E}">
        <p14:creationId xmlns:p14="http://schemas.microsoft.com/office/powerpoint/2010/main" val="18576687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Visual Basic 6.0 environment is an integrated development platform that combines design, coding, and debugging tools in a single interface. Key components include the Project Explorer, which organizes forms, modules, and classes; the Properties window, where developers configure object attributes; and the Toolbox, which provides controls for building user interfaces. The Form Layout window assists in positioning forms on the screen, while the main visual window displays the active form for design. The Toolbar offers quick access to common commands like saving, running, and stopping projects. Understanding the VB6 environment is essential for efficient development, as it enables seamless navigation between design and code views. The environment also includes menus for accessing advanced features such as references, options, and add-ins. Customization options allow developers to tailor the workspace to their preferences, improving productivity. By mastering the VB6 environment, students can leverage its tools to create applications rapidly, debug effectively, and manage complex projects with ease. This familiarity forms the foundation for exploring individual components in greater detail, such as the Project Explorer and Properties window, which are critical for organizing and configuring application elements.</a:t>
            </a:r>
          </a:p>
        </p:txBody>
      </p:sp>
      <p:sp>
        <p:nvSpPr>
          <p:cNvPr id="4" name="Slide Number Placeholder 3"/>
          <p:cNvSpPr>
            <a:spLocks noGrp="1"/>
          </p:cNvSpPr>
          <p:nvPr>
            <p:ph type="sldNum" sz="quarter" idx="5"/>
          </p:nvPr>
        </p:nvSpPr>
        <p:spPr/>
        <p:txBody>
          <a:bodyPr/>
          <a:lstStyle/>
          <a:p>
            <a:fld id="{BFDD6F49-EBB7-4CCF-97A8-E526BB28BB69}" type="slidenum">
              <a:rPr lang="en-US" smtClean="0"/>
              <a:t>19</a:t>
            </a:fld>
            <a:endParaRPr lang="en-US" dirty="0"/>
          </a:p>
        </p:txBody>
      </p:sp>
    </p:spTree>
    <p:extLst>
      <p:ext uri="{BB962C8B-B14F-4D97-AF65-F5344CB8AC3E}">
        <p14:creationId xmlns:p14="http://schemas.microsoft.com/office/powerpoint/2010/main" val="2234058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Format window in VB6 provides options for aligning and arranging controls on a form, ensuring a professional and consistent layout. Developers can use commands like Align, Make Same Size, and Space Evenly to organize controls visually, improving usability and aesthetics. The Project Explorer window, on the other hand, serves as the central hub for managing project components. It displays a hierarchical view of all forms, modules, and classes within the project, allowing developers to switch between elements quickly. Through Project Explorer, users can add new forms, remove components, and access code modules, streamlining project organization. These tools are vital for maintaining structure in larger applications, where multiple forms and modules must be coordinated. Effective use of the Format window and Project Explorer enhances development efficiency, as developers can focus on functionality without being hindered by layout inconsistencies or navigation challenges. Together, these components exemplify VB6’s emphasis on visual design and modular organization, which remain key principles in modern IDEs.</a:t>
            </a:r>
          </a:p>
        </p:txBody>
      </p:sp>
      <p:sp>
        <p:nvSpPr>
          <p:cNvPr id="4" name="Slide Number Placeholder 3"/>
          <p:cNvSpPr>
            <a:spLocks noGrp="1"/>
          </p:cNvSpPr>
          <p:nvPr>
            <p:ph type="sldNum" sz="quarter" idx="5"/>
          </p:nvPr>
        </p:nvSpPr>
        <p:spPr/>
        <p:txBody>
          <a:bodyPr/>
          <a:lstStyle/>
          <a:p>
            <a:fld id="{BFDD6F49-EBB7-4CCF-97A8-E526BB28BB69}" type="slidenum">
              <a:rPr lang="en-US" smtClean="0"/>
              <a:t>20</a:t>
            </a:fld>
            <a:endParaRPr lang="en-US" dirty="0"/>
          </a:p>
        </p:txBody>
      </p:sp>
    </p:spTree>
    <p:extLst>
      <p:ext uri="{BB962C8B-B14F-4D97-AF65-F5344CB8AC3E}">
        <p14:creationId xmlns:p14="http://schemas.microsoft.com/office/powerpoint/2010/main" val="1360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Properties window in VB6 allows developers to configure object attributes such as size, color, font, and behavior. Properties can be set at design time or modified dynamically during runtime through code. This flexibility enables precise control over the user interface and application functionality. The Form Layout window provides a visual representation of form positioning on the screen, helping developers design applications that align with user expectations. The Toolbox contains a collection of controls, including buttons, text boxes, labels, and advanced components like timers and data controls. These controls are essential for building interactive and functional interfaces. Developers can drag and drop controls onto forms, then customize their properties and write event procedures to define behavior. Mastery of these components ensures efficient design and coding, as developers can create intuitive interfaces while maintaining control over application logic. Understanding how these tools interact within the VB6 environment prepares students for advanced topics such as dynamic control creation and custom component development.</a:t>
            </a:r>
          </a:p>
        </p:txBody>
      </p:sp>
      <p:sp>
        <p:nvSpPr>
          <p:cNvPr id="4" name="Slide Number Placeholder 3"/>
          <p:cNvSpPr>
            <a:spLocks noGrp="1"/>
          </p:cNvSpPr>
          <p:nvPr>
            <p:ph type="sldNum" sz="quarter" idx="5"/>
          </p:nvPr>
        </p:nvSpPr>
        <p:spPr/>
        <p:txBody>
          <a:bodyPr/>
          <a:lstStyle/>
          <a:p>
            <a:fld id="{BFDD6F49-EBB7-4CCF-97A8-E526BB28BB69}" type="slidenum">
              <a:rPr lang="en-US" smtClean="0"/>
              <a:t>21</a:t>
            </a:fld>
            <a:endParaRPr lang="en-US" dirty="0"/>
          </a:p>
        </p:txBody>
      </p:sp>
    </p:spTree>
    <p:extLst>
      <p:ext uri="{BB962C8B-B14F-4D97-AF65-F5344CB8AC3E}">
        <p14:creationId xmlns:p14="http://schemas.microsoft.com/office/powerpoint/2010/main" val="22158239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main visual window in VB6 displays the active form during design, serving as the canvas for arranging controls and configuring layout. This window supports drag-and-drop functionality, enabling rapid interface creation. The Toolbar provides quick access to essential commands such as Save, Run, and Stop, streamlining development tasks. It also includes shortcuts for formatting controls and accessing properties. Form location and size information is critical for designing applications that fit various screen resolutions and user preferences. Developers can view and adjust these parameters in the Properties window or through code, ensuring consistent presentation across devices. Understanding these components enhances productivity, as developers can efficiently design, test, and refine interfaces. These tools exemplify VB6’s focus on visual development, where intuitive design complements robust coding capabilities. By mastering the main visual window, toolbar, and form information, students gain the skills needed to create polished and user-friendly applications.</a:t>
            </a:r>
          </a:p>
        </p:txBody>
      </p:sp>
      <p:sp>
        <p:nvSpPr>
          <p:cNvPr id="4" name="Slide Number Placeholder 3"/>
          <p:cNvSpPr>
            <a:spLocks noGrp="1"/>
          </p:cNvSpPr>
          <p:nvPr>
            <p:ph type="sldNum" sz="quarter" idx="5"/>
          </p:nvPr>
        </p:nvSpPr>
        <p:spPr/>
        <p:txBody>
          <a:bodyPr/>
          <a:lstStyle/>
          <a:p>
            <a:fld id="{BFDD6F49-EBB7-4CCF-97A8-E526BB28BB69}" type="slidenum">
              <a:rPr lang="en-US" smtClean="0"/>
              <a:t>22</a:t>
            </a:fld>
            <a:endParaRPr lang="en-US" dirty="0"/>
          </a:p>
        </p:txBody>
      </p:sp>
    </p:spTree>
    <p:extLst>
      <p:ext uri="{BB962C8B-B14F-4D97-AF65-F5344CB8AC3E}">
        <p14:creationId xmlns:p14="http://schemas.microsoft.com/office/powerpoint/2010/main" val="24854856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Visual Basic 6.0 development occurs across three distinct stages: design time, run time, and break time. Design time refers to the phase where developers create the user interface and write code within the IDE. During this stage, properties are configured, controls are added, and event procedures are defined. Run time occurs when the application is executed, allowing developers to observe behavior and interact with the interface as end-users would. This stage is crucial for testing functionality and identifying logical errors. Break time is initiated when execution is paused, typically through breakpoints or manual interruption, enabling developers to inspect variables, evaluate expressions, and debug issues. VB6 provides tools such as the Immediate window and Watch expressions to facilitate debugging during break time. Understanding these stages is essential for effective development, as each serves a unique purpose in the software lifecycle. Mastery of design, run, and break time ensures that developers can create, test, and refine applications systematically, reducing errors and improving overall quality.</a:t>
            </a:r>
          </a:p>
        </p:txBody>
      </p:sp>
      <p:sp>
        <p:nvSpPr>
          <p:cNvPr id="4" name="Slide Number Placeholder 3"/>
          <p:cNvSpPr>
            <a:spLocks noGrp="1"/>
          </p:cNvSpPr>
          <p:nvPr>
            <p:ph type="sldNum" sz="quarter" idx="5"/>
          </p:nvPr>
        </p:nvSpPr>
        <p:spPr/>
        <p:txBody>
          <a:bodyPr/>
          <a:lstStyle/>
          <a:p>
            <a:fld id="{BFDD6F49-EBB7-4CCF-97A8-E526BB28BB69}" type="slidenum">
              <a:rPr lang="en-US" smtClean="0"/>
              <a:t>23</a:t>
            </a:fld>
            <a:endParaRPr lang="en-US" dirty="0"/>
          </a:p>
        </p:txBody>
      </p:sp>
    </p:spTree>
    <p:extLst>
      <p:ext uri="{BB962C8B-B14F-4D97-AF65-F5344CB8AC3E}">
        <p14:creationId xmlns:p14="http://schemas.microsoft.com/office/powerpoint/2010/main" val="2929391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Creating your first Visual Basic 6.0 project involves several key steps that introduce fundamental concepts of application development. Begin by launching the VB6 IDE and selecting a Standard EXE project template. This creates a default form, which serves as the main interface. Next, use the Toolbox to add controls such as labels, text boxes, and command buttons to the form. Configure properties for each control in the Properties window, adjusting attributes like captions, colors, and sizes to match design requirements. Once the interface is complete, write event procedures in the code editor to define behavior. For example, a button click event might display a message or process user input. Test the application by running it within the IDE, observing functionality and making adjustments as needed. Use breakpoints and the Immediate window to debug errors during execution. Finally, compile the project into an executable file for distribution. This process demonstrates VB6’s emphasis on visual design and event-driven programming, providing a practical foundation for more complex projects. By completing this exercise, students gain confidence in navigating the VB6 environment, manipulating objects, and writing functional code, which are essential skills for any aspiring developer.</a:t>
            </a:r>
          </a:p>
        </p:txBody>
      </p:sp>
      <p:sp>
        <p:nvSpPr>
          <p:cNvPr id="4" name="Slide Number Placeholder 3"/>
          <p:cNvSpPr>
            <a:spLocks noGrp="1"/>
          </p:cNvSpPr>
          <p:nvPr>
            <p:ph type="sldNum" sz="quarter" idx="5"/>
          </p:nvPr>
        </p:nvSpPr>
        <p:spPr/>
        <p:txBody>
          <a:bodyPr/>
          <a:lstStyle/>
          <a:p>
            <a:fld id="{BFDD6F49-EBB7-4CCF-97A8-E526BB28BB69}" type="slidenum">
              <a:rPr lang="en-US" smtClean="0"/>
              <a:t>24</a:t>
            </a:fld>
            <a:endParaRPr lang="en-US" dirty="0"/>
          </a:p>
        </p:txBody>
      </p:sp>
    </p:spTree>
    <p:extLst>
      <p:ext uri="{BB962C8B-B14F-4D97-AF65-F5344CB8AC3E}">
        <p14:creationId xmlns:p14="http://schemas.microsoft.com/office/powerpoint/2010/main" val="2821795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module on Visual Basic 6.0 has covered essential topics for understanding and developing Windows applications. Students explored the VB6 environment, including components like the Project Explorer, Properties window, Toolbox, and Form Layout window, which facilitate visual design and project management. The object model was introduced as the foundation for event-driven programming, emphasizing objects, properties, methods, and events. Practical skills were developed through writing projects, configuring controls, and implementing event procedures. Advanced concepts such as design time, run time, and break time were discussed to highlight the stages of development and debugging. By mastering these elements, learners are equipped to create functional applications, troubleshoot issues, and appreciate VB6’s role in the evolution of programming tools. This knowledge not only supports academic success but also provides a stepping stone to modern languages and frameworks, ensuring students remain adaptable in a rapidly changing technological landscape.</a:t>
            </a:r>
          </a:p>
        </p:txBody>
      </p:sp>
      <p:sp>
        <p:nvSpPr>
          <p:cNvPr id="4" name="Slide Number Placeholder 3"/>
          <p:cNvSpPr>
            <a:spLocks noGrp="1"/>
          </p:cNvSpPr>
          <p:nvPr>
            <p:ph type="sldNum" sz="quarter" idx="5"/>
          </p:nvPr>
        </p:nvSpPr>
        <p:spPr/>
        <p:txBody>
          <a:bodyPr/>
          <a:lstStyle/>
          <a:p>
            <a:fld id="{BFDD6F49-EBB7-4CCF-97A8-E526BB28BB69}" type="slidenum">
              <a:rPr lang="en-US" smtClean="0"/>
              <a:t>25</a:t>
            </a:fld>
            <a:endParaRPr lang="en-US" dirty="0"/>
          </a:p>
        </p:txBody>
      </p:sp>
    </p:spTree>
    <p:extLst>
      <p:ext uri="{BB962C8B-B14F-4D97-AF65-F5344CB8AC3E}">
        <p14:creationId xmlns:p14="http://schemas.microsoft.com/office/powerpoint/2010/main" val="16849530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26</a:t>
            </a:fld>
            <a:endParaRPr lang="en-US"/>
          </a:p>
        </p:txBody>
      </p:sp>
      <p:sp>
        <p:nvSpPr>
          <p:cNvPr id="5" name="Footer Placeholder 4"/>
          <p:cNvSpPr>
            <a:spLocks noGrp="1"/>
          </p:cNvSpPr>
          <p:nvPr>
            <p:ph type="ftr" sz="quarter" idx="11"/>
          </p:nvPr>
        </p:nvSpPr>
        <p:spPr/>
        <p:txBody>
          <a:bodyPr/>
          <a:lstStyle/>
          <a:p>
            <a:r>
              <a:rPr lang="en-US" smtClean="0"/>
              <a:t>ITI | July Semester 2024 | CIC D1</a:t>
            </a:r>
            <a:endParaRPr lang="en-US"/>
          </a:p>
        </p:txBody>
      </p:sp>
      <p:sp>
        <p:nvSpPr>
          <p:cNvPr id="6" name="Header Placeholder 5"/>
          <p:cNvSpPr>
            <a:spLocks noGrp="1"/>
          </p:cNvSpPr>
          <p:nvPr>
            <p:ph type="hdr" sz="quarter" idx="12"/>
          </p:nvPr>
        </p:nvSpPr>
        <p:spPr/>
        <p:txBody>
          <a:bodyPr/>
          <a:lstStyle/>
          <a:p>
            <a:r>
              <a:rPr lang="en-US" smtClean="0"/>
              <a:t>Introduction to Programming - 1008</a:t>
            </a:r>
            <a:endParaRPr lang="en-US"/>
          </a:p>
        </p:txBody>
      </p:sp>
      <p:sp>
        <p:nvSpPr>
          <p:cNvPr id="7" name="Date Placeholder 6"/>
          <p:cNvSpPr>
            <a:spLocks noGrp="1"/>
          </p:cNvSpPr>
          <p:nvPr>
            <p:ph type="dt" idx="13"/>
          </p:nvPr>
        </p:nvSpPr>
        <p:spPr/>
        <p:txBody>
          <a:bodyPr/>
          <a:lstStyle/>
          <a:p>
            <a:r>
              <a:rPr lang="en-US" smtClean="0"/>
              <a:t>20/08/2024</a:t>
            </a:r>
            <a:endParaRPr lang="en-US"/>
          </a:p>
        </p:txBody>
      </p:sp>
    </p:spTree>
    <p:extLst>
      <p:ext uri="{BB962C8B-B14F-4D97-AF65-F5344CB8AC3E}">
        <p14:creationId xmlns:p14="http://schemas.microsoft.com/office/powerpoint/2010/main" val="3333548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smtClean="0"/>
              <a:t>Introduction to Programming - 1008</a:t>
            </a:r>
            <a:endParaRPr lang="en-US"/>
          </a:p>
        </p:txBody>
      </p:sp>
      <p:sp>
        <p:nvSpPr>
          <p:cNvPr id="5" name="Date Placeholder 4"/>
          <p:cNvSpPr>
            <a:spLocks noGrp="1"/>
          </p:cNvSpPr>
          <p:nvPr>
            <p:ph type="dt" idx="11"/>
          </p:nvPr>
        </p:nvSpPr>
        <p:spPr/>
        <p:txBody>
          <a:bodyPr/>
          <a:lstStyle/>
          <a:p>
            <a:r>
              <a:rPr lang="en-US" smtClean="0"/>
              <a:t>20/08/2024</a:t>
            </a:r>
            <a:endParaRPr lang="en-US"/>
          </a:p>
        </p:txBody>
      </p:sp>
      <p:sp>
        <p:nvSpPr>
          <p:cNvPr id="6" name="Footer Placeholder 5"/>
          <p:cNvSpPr>
            <a:spLocks noGrp="1"/>
          </p:cNvSpPr>
          <p:nvPr>
            <p:ph type="ftr" sz="quarter" idx="12"/>
          </p:nvPr>
        </p:nvSpPr>
        <p:spPr/>
        <p:txBody>
          <a:bodyPr/>
          <a:lstStyle/>
          <a:p>
            <a:r>
              <a:rPr lang="en-US" smtClean="0"/>
              <a:t>ITI | July Semester 2024 | CIC D1</a:t>
            </a:r>
            <a:endParaRPr lang="en-US"/>
          </a:p>
        </p:txBody>
      </p:sp>
      <p:sp>
        <p:nvSpPr>
          <p:cNvPr id="7" name="Slide Number Placeholder 6"/>
          <p:cNvSpPr>
            <a:spLocks noGrp="1"/>
          </p:cNvSpPr>
          <p:nvPr>
            <p:ph type="sldNum" sz="quarter" idx="13"/>
          </p:nvPr>
        </p:nvSpPr>
        <p:spPr/>
        <p:txBody>
          <a:bodyPr/>
          <a:lstStyle/>
          <a:p>
            <a:fld id="{DFBF97C8-97E4-471F-A5F0-5F4F0B4E0FD0}" type="slidenum">
              <a:rPr lang="en-US" smtClean="0"/>
              <a:t>27</a:t>
            </a:fld>
            <a:endParaRPr lang="en-US"/>
          </a:p>
        </p:txBody>
      </p:sp>
    </p:spTree>
    <p:extLst>
      <p:ext uri="{BB962C8B-B14F-4D97-AF65-F5344CB8AC3E}">
        <p14:creationId xmlns:p14="http://schemas.microsoft.com/office/powerpoint/2010/main" val="11250565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xmlns=""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xmlns=""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xmlns="" id="{A9117021-C08A-0E4F-5F64-FC1A870E4815}"/>
              </a:ext>
            </a:extLst>
          </p:cNvPr>
          <p:cNvSpPr>
            <a:spLocks noGrp="1"/>
          </p:cNvSpPr>
          <p:nvPr>
            <p:ph type="sldNum" sz="quarter" idx="16"/>
          </p:nvPr>
        </p:nvSpPr>
        <p:spPr>
          <a:xfrm>
            <a:off x="11762792" y="4939257"/>
            <a:ext cx="429207" cy="365125"/>
          </a:xfrm>
        </p:spPr>
        <p:txBody>
          <a:bodyPr/>
          <a:lstStyle/>
          <a:p>
            <a:fld id="{CC057153-B650-4DEB-B370-79DDCFDCE934}" type="slidenum">
              <a:rPr lang="en-US" smtClean="0"/>
              <a:pPr/>
              <a:t>‹#›</a:t>
            </a:fld>
            <a:endParaRPr lang="en-US" dirty="0"/>
          </a:p>
        </p:txBody>
      </p:sp>
      <p:pic>
        <p:nvPicPr>
          <p:cNvPr id="12" name="Graphic 11">
            <a:extLst>
              <a:ext uri="{FF2B5EF4-FFF2-40B4-BE49-F238E27FC236}">
                <a16:creationId xmlns:a16="http://schemas.microsoft.com/office/drawing/2014/main" xmlns="" id="{9001D668-DD9C-F5B4-B191-51BDD0B30825}"/>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xmlns=""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dirty="0"/>
              <a:t>Click to edit Master title style</a:t>
            </a:r>
          </a:p>
        </p:txBody>
      </p:sp>
    </p:spTree>
    <p:extLst>
      <p:ext uri="{BB962C8B-B14F-4D97-AF65-F5344CB8AC3E}">
        <p14:creationId xmlns:p14="http://schemas.microsoft.com/office/powerpoint/2010/main" val="17516918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B406F310-2B8D-3C32-560C-686817E6B487}"/>
              </a:ext>
            </a:extLst>
          </p:cNvPr>
          <p:cNvSpPr>
            <a:spLocks noGrp="1"/>
          </p:cNvSpPr>
          <p:nvPr>
            <p:ph type="title"/>
          </p:nvPr>
        </p:nvSpPr>
        <p:spPr>
          <a:xfrm>
            <a:off x="516249" y="1012175"/>
            <a:ext cx="11113008" cy="849793"/>
          </a:xfrm>
        </p:spPr>
        <p:txBody>
          <a:bodyPr/>
          <a:lstStyle/>
          <a:p>
            <a:r>
              <a:rPr lang="en-US" dirty="0"/>
              <a:t>Click to edit Master title style</a:t>
            </a:r>
          </a:p>
        </p:txBody>
      </p:sp>
      <p:sp>
        <p:nvSpPr>
          <p:cNvPr id="7" name="Footer Placeholder 6">
            <a:extLst>
              <a:ext uri="{FF2B5EF4-FFF2-40B4-BE49-F238E27FC236}">
                <a16:creationId xmlns:a16="http://schemas.microsoft.com/office/drawing/2014/main" xmlns="" id="{64FD1A6D-2D8E-1FD1-C1AC-CB5E9D5A15CD}"/>
              </a:ext>
            </a:extLst>
          </p:cNvPr>
          <p:cNvSpPr>
            <a:spLocks noGrp="1"/>
          </p:cNvSpPr>
          <p:nvPr>
            <p:ph type="ftr" sz="quarter" idx="11"/>
          </p:nvPr>
        </p:nvSpPr>
        <p:spPr>
          <a:xfrm>
            <a:off x="542375" y="110364"/>
            <a:ext cx="5276852" cy="365125"/>
          </a:xfrm>
        </p:spPr>
        <p:txBody>
          <a:bodyPr/>
          <a:lstStyle/>
          <a:p>
            <a:r>
              <a:rPr lang="en-US" dirty="0"/>
              <a:t>Sample footer text</a:t>
            </a:r>
          </a:p>
        </p:txBody>
      </p:sp>
      <p:sp>
        <p:nvSpPr>
          <p:cNvPr id="2" name="Date Placeholder 1">
            <a:extLst>
              <a:ext uri="{FF2B5EF4-FFF2-40B4-BE49-F238E27FC236}">
                <a16:creationId xmlns:a16="http://schemas.microsoft.com/office/drawing/2014/main" xmlns="" id="{1FADE430-EE65-B675-F031-7651DE9D69AC}"/>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xmlns="" id="{27305BC9-1670-00D4-5A66-F52444DA9C94}"/>
              </a:ext>
            </a:extLst>
          </p:cNvPr>
          <p:cNvSpPr>
            <a:spLocks noGrp="1"/>
          </p:cNvSpPr>
          <p:nvPr>
            <p:ph type="sldNum" sz="quarter" idx="12"/>
          </p:nvPr>
        </p:nvSpPr>
        <p:spPr>
          <a:xfrm>
            <a:off x="11123959" y="104649"/>
            <a:ext cx="429207" cy="365125"/>
          </a:xfrm>
        </p:spPr>
        <p:txBody>
          <a:body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xmlns="" id="{6C2DD052-3E45-E789-01F8-33250024ECBD}"/>
              </a:ext>
            </a:extLst>
          </p:cNvPr>
          <p:cNvSpPr>
            <a:spLocks noGrp="1"/>
          </p:cNvSpPr>
          <p:nvPr>
            <p:ph idx="1"/>
          </p:nvPr>
        </p:nvSpPr>
        <p:spPr>
          <a:xfrm>
            <a:off x="539496" y="2115542"/>
            <a:ext cx="11013670" cy="44515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6194168" y="4751933"/>
            <a:ext cx="4206240" cy="1184585"/>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xmlns="" id="{B24A208E-BD69-BB12-21B8-DA405B501FA8}"/>
              </a:ext>
            </a:extLst>
          </p:cNvPr>
          <p:cNvSpPr>
            <a:spLocks noGrp="1"/>
          </p:cNvSpPr>
          <p:nvPr>
            <p:ph type="pic" sz="quarter" idx="13" hasCustomPrompt="1"/>
          </p:nvPr>
        </p:nvSpPr>
        <p:spPr>
          <a:xfrm>
            <a:off x="0" y="0"/>
            <a:ext cx="6096000" cy="68580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xmlns="" id="{5B407A58-3351-E479-1A0C-2FF49FA42707}"/>
              </a:ext>
            </a:extLst>
          </p:cNvPr>
          <p:cNvSpPr>
            <a:spLocks noGrp="1"/>
          </p:cNvSpPr>
          <p:nvPr>
            <p:ph type="ftr" sz="quarter" idx="11"/>
          </p:nvPr>
        </p:nvSpPr>
        <p:spPr>
          <a:xfrm>
            <a:off x="6190488" y="125201"/>
            <a:ext cx="4846320" cy="365125"/>
          </a:xfrm>
        </p:spPr>
        <p:txBody>
          <a:bodyPr/>
          <a:lstStyle/>
          <a:p>
            <a:r>
              <a:rPr lang="en-US" dirty="0"/>
              <a:t>Sample footer text</a:t>
            </a:r>
          </a:p>
        </p:txBody>
      </p:sp>
      <p:sp>
        <p:nvSpPr>
          <p:cNvPr id="6" name="Slide Number Placeholder 5">
            <a:extLst>
              <a:ext uri="{FF2B5EF4-FFF2-40B4-BE49-F238E27FC236}">
                <a16:creationId xmlns:a16="http://schemas.microsoft.com/office/drawing/2014/main" xmlns="" id="{81789E10-2433-2ECB-9C92-571B583A4CF1}"/>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dirty="0"/>
          </a:p>
        </p:txBody>
      </p:sp>
      <p:sp>
        <p:nvSpPr>
          <p:cNvPr id="4" name="Date Placeholder 3">
            <a:extLst>
              <a:ext uri="{FF2B5EF4-FFF2-40B4-BE49-F238E27FC236}">
                <a16:creationId xmlns:a16="http://schemas.microsoft.com/office/drawing/2014/main" xmlns="" id="{EAE2DAFA-435E-AAF9-8B67-495E5AFDCD91}"/>
              </a:ext>
            </a:extLst>
          </p:cNvPr>
          <p:cNvSpPr>
            <a:spLocks noGrp="1"/>
          </p:cNvSpPr>
          <p:nvPr>
            <p:ph type="dt" sz="half" idx="10"/>
          </p:nvPr>
        </p:nvSpPr>
        <p:spPr>
          <a:xfrm>
            <a:off x="6190488" y="6396209"/>
            <a:ext cx="1707625" cy="365125"/>
          </a:xfrm>
        </p:spPr>
        <p:txBody>
          <a:bodyPr/>
          <a:lstStyle>
            <a:lvl1pPr>
              <a:defRPr>
                <a:solidFill>
                  <a:schemeClr val="tx1"/>
                </a:solidFill>
                <a:effectLst/>
              </a:defRPr>
            </a:lvl1pPr>
          </a:lstStyle>
          <a:p>
            <a:endParaRPr lang="en-US" dirty="0"/>
          </a:p>
        </p:txBody>
      </p:sp>
      <p:pic>
        <p:nvPicPr>
          <p:cNvPr id="9" name="Graphic 8">
            <a:extLst>
              <a:ext uri="{FF2B5EF4-FFF2-40B4-BE49-F238E27FC236}">
                <a16:creationId xmlns:a16="http://schemas.microsoft.com/office/drawing/2014/main" xmlns="" id="{9221942F-12C1-43E6-1BC0-1C947214AF92}"/>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1103035" y="5873424"/>
            <a:ext cx="1005840" cy="1005840"/>
          </a:xfrm>
          <a:prstGeom prst="rect">
            <a:avLst/>
          </a:prstGeom>
        </p:spPr>
      </p:pic>
      <p:sp>
        <p:nvSpPr>
          <p:cNvPr id="7" name="Title 6">
            <a:extLst>
              <a:ext uri="{FF2B5EF4-FFF2-40B4-BE49-F238E27FC236}">
                <a16:creationId xmlns:a16="http://schemas.microsoft.com/office/drawing/2014/main" xmlns="" id="{06F46891-762A-5114-969C-3BBE7880A8D4}"/>
              </a:ext>
            </a:extLst>
          </p:cNvPr>
          <p:cNvSpPr>
            <a:spLocks noGrp="1"/>
          </p:cNvSpPr>
          <p:nvPr>
            <p:ph type="title"/>
          </p:nvPr>
        </p:nvSpPr>
        <p:spPr>
          <a:xfrm>
            <a:off x="6150366" y="938046"/>
            <a:ext cx="4800600" cy="3666744"/>
          </a:xfrm>
        </p:spPr>
        <p:txBody>
          <a:bodyPr anchor="b"/>
          <a:lstStyle/>
          <a:p>
            <a:r>
              <a:rPr lang="en-US"/>
              <a:t>Click to edit Master title style</a:t>
            </a:r>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xmlns=""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xmlns="" id="{E9134185-2980-312E-60AF-F360D16FB9EB}"/>
              </a:ext>
            </a:extLst>
          </p:cNvPr>
          <p:cNvSpPr>
            <a:spLocks noGrp="1"/>
          </p:cNvSpPr>
          <p:nvPr>
            <p:ph type="title"/>
          </p:nvPr>
        </p:nvSpPr>
        <p:spPr>
          <a:xfrm>
            <a:off x="-18288" y="81290"/>
            <a:ext cx="4654296" cy="3739896"/>
          </a:xfrm>
        </p:spPr>
        <p:txBody>
          <a:bodyPr/>
          <a:lstStyle/>
          <a:p>
            <a:r>
              <a:rPr lang="en-US" dirty="0"/>
              <a:t>Click to edit Master title style</a:t>
            </a:r>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0" y="4184880"/>
            <a:ext cx="5086118"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6" name="Picture Placeholder 10">
            <a:extLst>
              <a:ext uri="{FF2B5EF4-FFF2-40B4-BE49-F238E27FC236}">
                <a16:creationId xmlns:a16="http://schemas.microsoft.com/office/drawing/2014/main" xmlns="" id="{C58F7861-05FC-CC70-0C94-F3BAE39E54EB}"/>
              </a:ext>
            </a:extLst>
          </p:cNvPr>
          <p:cNvSpPr>
            <a:spLocks noGrp="1"/>
          </p:cNvSpPr>
          <p:nvPr>
            <p:ph type="pic" sz="quarter" idx="13" hasCustomPrompt="1"/>
          </p:nvPr>
        </p:nvSpPr>
        <p:spPr>
          <a:xfrm>
            <a:off x="-1" y="0"/>
            <a:ext cx="12192000" cy="4000500"/>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xmlns="" id="{FDEC7B0B-C375-9D64-1424-3B07B71AF1FE}"/>
              </a:ext>
            </a:extLst>
          </p:cNvPr>
          <p:cNvSpPr>
            <a:spLocks noGrp="1"/>
          </p:cNvSpPr>
          <p:nvPr>
            <p:ph type="ftr" sz="quarter" idx="15"/>
          </p:nvPr>
        </p:nvSpPr>
        <p:spPr>
          <a:xfrm>
            <a:off x="6191582" y="4172243"/>
            <a:ext cx="5303520" cy="479458"/>
          </a:xfrm>
        </p:spPr>
        <p:txBody>
          <a:bodyPr anchor="t"/>
          <a:lstStyle>
            <a:lvl1pPr>
              <a:defRPr sz="1400"/>
            </a:lvl1pPr>
          </a:lstStyle>
          <a:p>
            <a:r>
              <a:rPr lang="en-US" dirty="0"/>
              <a:t>Sample footer text</a:t>
            </a:r>
          </a:p>
        </p:txBody>
      </p:sp>
      <p:sp>
        <p:nvSpPr>
          <p:cNvPr id="8" name="Slide Number Placeholder 7">
            <a:extLst>
              <a:ext uri="{FF2B5EF4-FFF2-40B4-BE49-F238E27FC236}">
                <a16:creationId xmlns:a16="http://schemas.microsoft.com/office/drawing/2014/main" xmlns="" id="{A9117021-C08A-0E4F-5F64-FC1A870E4815}"/>
              </a:ext>
            </a:extLst>
          </p:cNvPr>
          <p:cNvSpPr>
            <a:spLocks noGrp="1"/>
          </p:cNvSpPr>
          <p:nvPr>
            <p:ph type="sldNum" sz="quarter" idx="16"/>
          </p:nvPr>
        </p:nvSpPr>
        <p:spPr>
          <a:xfrm>
            <a:off x="11755345" y="4184423"/>
            <a:ext cx="429207" cy="365125"/>
          </a:xfrm>
        </p:spPr>
        <p:txBody>
          <a:bodyPr/>
          <a:lstStyle/>
          <a:p>
            <a:fld id="{CC057153-B650-4DEB-B370-79DDCFDCE934}" type="slidenum">
              <a:rPr lang="en-US" smtClean="0"/>
              <a:pPr/>
              <a:t>‹#›</a:t>
            </a:fld>
            <a:endParaRPr lang="en-US" dirty="0"/>
          </a:p>
        </p:txBody>
      </p:sp>
      <p:pic>
        <p:nvPicPr>
          <p:cNvPr id="7" name="Graphic 6">
            <a:extLst>
              <a:ext uri="{FF2B5EF4-FFF2-40B4-BE49-F238E27FC236}">
                <a16:creationId xmlns:a16="http://schemas.microsoft.com/office/drawing/2014/main" xmlns="" id="{FD33A316-42C9-8448-EB08-1368837FA9DA}"/>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xmlns="" id="{C8013291-94C9-601A-D9FA-D16366A3942B}"/>
              </a:ext>
            </a:extLst>
          </p:cNvPr>
          <p:cNvSpPr>
            <a:spLocks noGrp="1"/>
          </p:cNvSpPr>
          <p:nvPr>
            <p:ph type="title"/>
          </p:nvPr>
        </p:nvSpPr>
        <p:spPr>
          <a:xfrm>
            <a:off x="-14991" y="5068752"/>
            <a:ext cx="10643616" cy="1810512"/>
          </a:xfrm>
        </p:spPr>
        <p:txBody>
          <a:bodyPr anchor="b"/>
          <a:lstStyle/>
          <a:p>
            <a:r>
              <a:rPr lang="en-US" dirty="0"/>
              <a:t>Click to edit Master title style</a:t>
            </a:r>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13960" y="5099828"/>
            <a:ext cx="11460480" cy="480373"/>
          </a:xfrm>
        </p:spPr>
        <p:txBody>
          <a:bodyPr vert="horz" lIns="91440" tIns="45720" rIns="91440" bIns="45720" rtlCol="0" anchor="t">
            <a:normAutofit/>
          </a:bodyPr>
          <a:lstStyle>
            <a:lvl1pPr>
              <a:defRPr lang="en-US"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xmlns="" id="{B24A208E-BD69-BB12-21B8-DA405B501FA8}"/>
              </a:ext>
            </a:extLst>
          </p:cNvPr>
          <p:cNvSpPr>
            <a:spLocks noGrp="1"/>
          </p:cNvSpPr>
          <p:nvPr>
            <p:ph type="pic" sz="quarter" idx="13" hasCustomPrompt="1"/>
          </p:nvPr>
        </p:nvSpPr>
        <p:spPr>
          <a:xfrm>
            <a:off x="0" y="0"/>
            <a:ext cx="12191999" cy="4986425"/>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xmlns="" id="{E8B41266-EC7F-757C-0428-09A71DE42488}"/>
              </a:ext>
            </a:extLst>
          </p:cNvPr>
          <p:cNvSpPr>
            <a:spLocks noGrp="1"/>
          </p:cNvSpPr>
          <p:nvPr>
            <p:ph type="title"/>
          </p:nvPr>
        </p:nvSpPr>
        <p:spPr>
          <a:xfrm>
            <a:off x="-16535" y="6124295"/>
            <a:ext cx="11457432" cy="786384"/>
          </a:xfrm>
        </p:spPr>
        <p:txBody>
          <a:bodyPr/>
          <a:lstStyle/>
          <a:p>
            <a:r>
              <a:rPr lang="en-US" dirty="0"/>
              <a:t>Click to edit Master title style</a:t>
            </a:r>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0" y="4752658"/>
            <a:ext cx="5906125" cy="207901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4" name="Graphic 3">
            <a:extLst>
              <a:ext uri="{FF2B5EF4-FFF2-40B4-BE49-F238E27FC236}">
                <a16:creationId xmlns:a16="http://schemas.microsoft.com/office/drawing/2014/main" xmlns="" id="{77511287-3255-FB23-428C-911FAD46A64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103035" y="5873424"/>
            <a:ext cx="1005840" cy="1005840"/>
          </a:xfrm>
          <a:prstGeom prst="rect">
            <a:avLst/>
          </a:prstGeom>
        </p:spPr>
      </p:pic>
      <p:sp>
        <p:nvSpPr>
          <p:cNvPr id="6" name="Footer Placeholder 5">
            <a:extLst>
              <a:ext uri="{FF2B5EF4-FFF2-40B4-BE49-F238E27FC236}">
                <a16:creationId xmlns:a16="http://schemas.microsoft.com/office/drawing/2014/main" xmlns="" id="{0A449A66-B9FA-B1A3-04A3-A26F172F2F2B}"/>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xmlns="" id="{81B475A5-95F7-BE62-7ACD-C8EB9F445B79}"/>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xmlns="" id="{9462FDC2-EAB0-357A-89E6-3B3455DDB70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Title 7">
            <a:extLst>
              <a:ext uri="{FF2B5EF4-FFF2-40B4-BE49-F238E27FC236}">
                <a16:creationId xmlns:a16="http://schemas.microsoft.com/office/drawing/2014/main" xmlns="" id="{492663F3-CF3C-4398-3DCD-2DA0F141BE51}"/>
              </a:ext>
            </a:extLst>
          </p:cNvPr>
          <p:cNvSpPr>
            <a:spLocks noGrp="1"/>
          </p:cNvSpPr>
          <p:nvPr>
            <p:ph type="title"/>
          </p:nvPr>
        </p:nvSpPr>
        <p:spPr>
          <a:xfrm>
            <a:off x="-18288" y="653544"/>
            <a:ext cx="8165592" cy="3694176"/>
          </a:xfrm>
        </p:spPr>
        <p:txBody>
          <a:bodyPr/>
          <a:lstStyle/>
          <a:p>
            <a:r>
              <a:rPr lang="en-US"/>
              <a:t>Click to edit Master title style</a:t>
            </a:r>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dirty="0"/>
              <a:t>Click to edit Master subtitle style</a:t>
            </a:r>
          </a:p>
        </p:txBody>
      </p:sp>
      <p:pic>
        <p:nvPicPr>
          <p:cNvPr id="7" name="Graphic 6">
            <a:extLst>
              <a:ext uri="{FF2B5EF4-FFF2-40B4-BE49-F238E27FC236}">
                <a16:creationId xmlns:a16="http://schemas.microsoft.com/office/drawing/2014/main" xmlns="" id="{D29E0058-93A2-5291-6ACA-A0430862664F}"/>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xmlns="" id="{AA3F14EE-EFB3-D2DC-CEAA-621D66627158}"/>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xmlns="" id="{7D33E0DC-DE5C-286F-36BD-6985F4A6C3DB}"/>
              </a:ext>
            </a:extLst>
          </p:cNvPr>
          <p:cNvSpPr>
            <a:spLocks noGrp="1"/>
          </p:cNvSpPr>
          <p:nvPr>
            <p:ph type="dt" sz="half" idx="10"/>
          </p:nvPr>
        </p:nvSpPr>
        <p:spPr/>
        <p:txBody>
          <a:bodyPr/>
          <a:lstStyle/>
          <a:p>
            <a:endParaRPr lang="en-US" dirty="0"/>
          </a:p>
        </p:txBody>
      </p:sp>
      <p:sp>
        <p:nvSpPr>
          <p:cNvPr id="10" name="Slide Number Placeholder 9">
            <a:extLst>
              <a:ext uri="{FF2B5EF4-FFF2-40B4-BE49-F238E27FC236}">
                <a16:creationId xmlns:a16="http://schemas.microsoft.com/office/drawing/2014/main" xmlns="" id="{1207AF81-9CDB-689F-CE00-62257104ECAA}"/>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6" name="Title 5">
            <a:extLst>
              <a:ext uri="{FF2B5EF4-FFF2-40B4-BE49-F238E27FC236}">
                <a16:creationId xmlns:a16="http://schemas.microsoft.com/office/drawing/2014/main" xmlns=""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2BDC76B8-60F6-62D3-9F73-E81662203017}"/>
              </a:ext>
            </a:extLst>
          </p:cNvPr>
          <p:cNvSpPr>
            <a:spLocks noGrp="1"/>
          </p:cNvSpPr>
          <p:nvPr>
            <p:ph type="subTitle" idx="1"/>
          </p:nvPr>
        </p:nvSpPr>
        <p:spPr>
          <a:xfrm>
            <a:off x="0" y="5413929"/>
            <a:ext cx="7588155" cy="1414091"/>
          </a:xfrm>
        </p:spPr>
        <p:txBody>
          <a:bodyPr vert="horz" lIns="91440" tIns="45720" rIns="91440" bIns="45720" rtlCol="0" anchor="b">
            <a:normAutofit/>
          </a:bodyPr>
          <a:lstStyle>
            <a:lvl1pPr marL="0" indent="0">
              <a:buFont typeface="Arial" panose="020B0604020202020204" pitchFamily="34" charset="0"/>
              <a:buNone/>
              <a:defRPr lang="en-US" dirty="0"/>
            </a:lvl1pPr>
          </a:lstStyle>
          <a:p>
            <a:pPr lvl="0"/>
            <a:r>
              <a:rPr lang="en-US" dirty="0"/>
              <a:t>Click to edit Master subtitle style</a:t>
            </a:r>
          </a:p>
        </p:txBody>
      </p:sp>
      <p:sp>
        <p:nvSpPr>
          <p:cNvPr id="10" name="Oval 9">
            <a:extLst>
              <a:ext uri="{FF2B5EF4-FFF2-40B4-BE49-F238E27FC236}">
                <a16:creationId xmlns:a16="http://schemas.microsoft.com/office/drawing/2014/main" xmlns="" id="{F309A28F-4055-D8A2-A5F1-0A8A00EEF037}"/>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xmlns="" id="{DCF113E0-E5A8-C67B-4A72-3FFE6FC4B31D}"/>
              </a:ext>
            </a:extLst>
          </p:cNvPr>
          <p:cNvSpPr>
            <a:spLocks noGrp="1"/>
          </p:cNvSpPr>
          <p:nvPr>
            <p:ph type="title"/>
          </p:nvPr>
        </p:nvSpPr>
        <p:spPr>
          <a:xfrm>
            <a:off x="-18288" y="86344"/>
            <a:ext cx="12088368" cy="2414016"/>
          </a:xfrm>
        </p:spPr>
        <p:txBody>
          <a:bodyPr/>
          <a:lstStyle/>
          <a:p>
            <a:r>
              <a:rPr lang="en-US" dirty="0"/>
              <a:t>Click to edit Master title style</a:t>
            </a:r>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54E7A70C-B49B-5779-BA11-88AE4939E04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xmlns="" id="{68197F50-0DC4-261A-813C-264E7361D716}"/>
              </a:ext>
            </a:extLst>
          </p:cNvPr>
          <p:cNvSpPr>
            <a:spLocks noGrp="1"/>
          </p:cNvSpPr>
          <p:nvPr>
            <p:ph type="title"/>
          </p:nvPr>
        </p:nvSpPr>
        <p:spPr>
          <a:xfrm>
            <a:off x="-18288" y="2184032"/>
            <a:ext cx="8074152" cy="4718304"/>
          </a:xfrm>
        </p:spPr>
        <p:txBody>
          <a:bodyPr anchor="b"/>
          <a:lstStyle/>
          <a:p>
            <a:r>
              <a:rPr lang="en-US" dirty="0"/>
              <a:t>Click to edit Master title style</a:t>
            </a:r>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xmlns="" id="{BCCCA65C-AFE0-A9A2-0C8B-31E67D2A85BB}"/>
              </a:ext>
            </a:extLst>
          </p:cNvPr>
          <p:cNvSpPr/>
          <p:nvPr userDrawn="1"/>
        </p:nvSpPr>
        <p:spPr>
          <a:xfrm>
            <a:off x="8524369" y="318128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xmlns="" id="{1216D578-6621-229F-0666-B010E16C3B3B}"/>
              </a:ext>
            </a:extLst>
          </p:cNvPr>
          <p:cNvSpPr>
            <a:spLocks noGrp="1"/>
          </p:cNvSpPr>
          <p:nvPr>
            <p:ph type="title"/>
          </p:nvPr>
        </p:nvSpPr>
        <p:spPr>
          <a:xfrm>
            <a:off x="-18288" y="82296"/>
            <a:ext cx="8211312" cy="4617720"/>
          </a:xfrm>
        </p:spPr>
        <p:txBody>
          <a:bodyPr/>
          <a:lstStyle/>
          <a:p>
            <a:r>
              <a:rPr lang="en-US" dirty="0"/>
              <a:t>Click to edit Master title style</a:t>
            </a:r>
          </a:p>
        </p:txBody>
      </p:sp>
    </p:spTree>
    <p:extLst>
      <p:ext uri="{BB962C8B-B14F-4D97-AF65-F5344CB8AC3E}">
        <p14:creationId xmlns:p14="http://schemas.microsoft.com/office/powerpoint/2010/main" val="1482263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54E7A70C-B49B-5779-BA11-88AE4939E04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2700000">
            <a:off x="11224955" y="5974978"/>
            <a:ext cx="731520" cy="731520"/>
          </a:xfrm>
          <a:prstGeom prst="rect">
            <a:avLst/>
          </a:prstGeom>
        </p:spPr>
      </p:pic>
      <p:sp>
        <p:nvSpPr>
          <p:cNvPr id="3" name="Title 2">
            <a:extLst>
              <a:ext uri="{FF2B5EF4-FFF2-40B4-BE49-F238E27FC236}">
                <a16:creationId xmlns:a16="http://schemas.microsoft.com/office/drawing/2014/main" xmlns="" id="{044BC08E-4798-95B0-A060-4AF1C14C4C64}"/>
              </a:ext>
            </a:extLst>
          </p:cNvPr>
          <p:cNvSpPr>
            <a:spLocks noGrp="1"/>
          </p:cNvSpPr>
          <p:nvPr>
            <p:ph type="title"/>
          </p:nvPr>
        </p:nvSpPr>
        <p:spPr>
          <a:xfrm>
            <a:off x="0" y="2139696"/>
            <a:ext cx="8071011" cy="4718304"/>
          </a:xfrm>
        </p:spPr>
        <p:txBody>
          <a:bodyPr anchor="b"/>
          <a:lstStyle/>
          <a:p>
            <a:r>
              <a:rPr lang="en-US" dirty="0"/>
              <a:t>Click to edit Master title style</a:t>
            </a:r>
          </a:p>
        </p:txBody>
      </p:sp>
    </p:spTree>
    <p:extLst>
      <p:ext uri="{BB962C8B-B14F-4D97-AF65-F5344CB8AC3E}">
        <p14:creationId xmlns:p14="http://schemas.microsoft.com/office/powerpoint/2010/main" val="27098337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xmlns=""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Oval 7">
            <a:extLst>
              <a:ext uri="{FF2B5EF4-FFF2-40B4-BE49-F238E27FC236}">
                <a16:creationId xmlns:a16="http://schemas.microsoft.com/office/drawing/2014/main" xmlns="" id="{175C8E38-E957-9E3C-9A05-717C0F009AB9}"/>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xmlns="" id="{01E193C2-09EC-BB41-5A34-007D34EB8B4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05436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019F8-742E-9EEF-F591-C9666AC32AF1}"/>
              </a:ext>
            </a:extLst>
          </p:cNvPr>
          <p:cNvSpPr>
            <a:spLocks noGrp="1"/>
          </p:cNvSpPr>
          <p:nvPr>
            <p:ph type="title"/>
          </p:nvPr>
        </p:nvSpPr>
        <p:spPr>
          <a:xfrm>
            <a:off x="-18288" y="82296"/>
            <a:ext cx="5898630" cy="1628639"/>
          </a:xfrm>
        </p:spPr>
        <p:txBody>
          <a:bodyPr anchor="t">
            <a:normAutofit/>
          </a:bodyPr>
          <a:lstStyle>
            <a:lvl1pPr>
              <a:defRPr sz="5600"/>
            </a:lvl1pPr>
          </a:lstStyle>
          <a:p>
            <a:r>
              <a:rPr lang="en-US" dirty="0"/>
              <a:t>Click to edit Master title style</a:t>
            </a:r>
          </a:p>
        </p:txBody>
      </p:sp>
      <p:sp>
        <p:nvSpPr>
          <p:cNvPr id="4" name="Footer Placeholder 3">
            <a:extLst>
              <a:ext uri="{FF2B5EF4-FFF2-40B4-BE49-F238E27FC236}">
                <a16:creationId xmlns:a16="http://schemas.microsoft.com/office/drawing/2014/main" xmlns="" id="{0B12CFE6-D05E-5478-B3A4-81DC4DCD7410}"/>
              </a:ext>
            </a:extLst>
          </p:cNvPr>
          <p:cNvSpPr>
            <a:spLocks noGrp="1"/>
          </p:cNvSpPr>
          <p:nvPr>
            <p:ph type="ftr" sz="quarter" idx="11"/>
          </p:nvPr>
        </p:nvSpPr>
        <p:spPr>
          <a:xfrm>
            <a:off x="6190488" y="118818"/>
            <a:ext cx="5275973"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xmlns="" id="{626B86D3-24E1-029E-BA22-9F17F9517D65}"/>
              </a:ext>
            </a:extLst>
          </p:cNvPr>
          <p:cNvSpPr>
            <a:spLocks noGrp="1"/>
          </p:cNvSpPr>
          <p:nvPr>
            <p:ph type="sldNum" sz="quarter" idx="12"/>
          </p:nvPr>
        </p:nvSpPr>
        <p:spPr>
          <a:xfrm>
            <a:off x="11762793" y="110219"/>
            <a:ext cx="429207" cy="365125"/>
          </a:xfrm>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xmlns="" id="{28C8B19A-6FC1-2B71-0BFB-9274CBF396B9}"/>
              </a:ext>
            </a:extLst>
          </p:cNvPr>
          <p:cNvSpPr>
            <a:spLocks noGrp="1"/>
          </p:cNvSpPr>
          <p:nvPr>
            <p:ph sz="quarter" idx="13"/>
          </p:nvPr>
        </p:nvSpPr>
        <p:spPr>
          <a:xfrm>
            <a:off x="6190488" y="2577705"/>
            <a:ext cx="5895668" cy="4266084"/>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Graphic 2">
            <a:extLst>
              <a:ext uri="{FF2B5EF4-FFF2-40B4-BE49-F238E27FC236}">
                <a16:creationId xmlns:a16="http://schemas.microsoft.com/office/drawing/2014/main" xmlns="" id="{2229A90D-5A73-BC75-5D99-5E652EA0F3C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95464" y="5857382"/>
            <a:ext cx="1005840" cy="1005840"/>
          </a:xfrm>
          <a:prstGeom prst="rect">
            <a:avLst/>
          </a:prstGeom>
        </p:spPr>
      </p:pic>
    </p:spTree>
    <p:extLst>
      <p:ext uri="{BB962C8B-B14F-4D97-AF65-F5344CB8AC3E}">
        <p14:creationId xmlns:p14="http://schemas.microsoft.com/office/powerpoint/2010/main" val="176843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dirty="0"/>
              <a:t>Click to edit Master title style</a:t>
            </a:r>
          </a:p>
        </p:txBody>
      </p:sp>
      <p:sp>
        <p:nvSpPr>
          <p:cNvPr id="8" name="Picture Placeholder 7">
            <a:extLst>
              <a:ext uri="{FF2B5EF4-FFF2-40B4-BE49-F238E27FC236}">
                <a16:creationId xmlns:a16="http://schemas.microsoft.com/office/drawing/2014/main" xmlns=""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xmlns="" id="{0B12CFE6-D05E-5478-B3A4-81DC4DCD7410}"/>
              </a:ext>
            </a:extLst>
          </p:cNvPr>
          <p:cNvSpPr>
            <a:spLocks noGrp="1"/>
          </p:cNvSpPr>
          <p:nvPr>
            <p:ph type="ftr" sz="quarter" idx="11"/>
          </p:nvPr>
        </p:nvSpPr>
        <p:spPr>
          <a:xfrm>
            <a:off x="6190488" y="110364"/>
            <a:ext cx="5349239"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xmlns=""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xmlns=""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882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4019F8-742E-9EEF-F591-C9666AC32AF1}"/>
              </a:ext>
            </a:extLst>
          </p:cNvPr>
          <p:cNvSpPr>
            <a:spLocks noGrp="1"/>
          </p:cNvSpPr>
          <p:nvPr>
            <p:ph type="title"/>
          </p:nvPr>
        </p:nvSpPr>
        <p:spPr>
          <a:xfrm>
            <a:off x="-18288" y="82296"/>
            <a:ext cx="7534384" cy="3513095"/>
          </a:xfrm>
        </p:spPr>
        <p:txBody>
          <a:bodyPr anchor="t" anchorCtr="0">
            <a:no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xmlns="" id="{28C8B19A-6FC1-2B71-0BFB-9274CBF396B9}"/>
              </a:ext>
            </a:extLst>
          </p:cNvPr>
          <p:cNvSpPr>
            <a:spLocks noGrp="1"/>
          </p:cNvSpPr>
          <p:nvPr>
            <p:ph sz="quarter" idx="13"/>
          </p:nvPr>
        </p:nvSpPr>
        <p:spPr>
          <a:xfrm>
            <a:off x="3476116" y="4017192"/>
            <a:ext cx="4063655" cy="2814212"/>
          </a:xfrm>
        </p:spPr>
        <p:txBody>
          <a:bodyPr anchor="b" anchorCtr="0">
            <a:normAutofit/>
          </a:bodyPr>
          <a:lstStyle>
            <a:lvl1pPr marL="342900" indent="-342900" algn="r">
              <a:buFont typeface="+mj-lt"/>
              <a:buAutoNum type="arabicPeriod"/>
              <a:defRPr sz="1400"/>
            </a:lvl1pPr>
            <a:lvl2pPr marL="571500" indent="-342900" algn="r">
              <a:buFont typeface="+mj-lt"/>
              <a:buAutoNum type="arabicPeriod"/>
              <a:defRPr sz="1400"/>
            </a:lvl2pPr>
            <a:lvl3pPr marL="800100" indent="-342900" algn="r">
              <a:buFont typeface="+mj-lt"/>
              <a:buAutoNum type="arabicPeriod"/>
              <a:defRPr sz="1400"/>
            </a:lvl3pPr>
            <a:lvl4pPr marL="1028700" indent="-342900" algn="r">
              <a:buFont typeface="+mj-lt"/>
              <a:buAutoNum type="arabicPeriod"/>
              <a:defRPr sz="1400"/>
            </a:lvl4pPr>
            <a:lvl5pPr marL="1257300" indent="-342900" algn="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3">
            <a:extLst>
              <a:ext uri="{FF2B5EF4-FFF2-40B4-BE49-F238E27FC236}">
                <a16:creationId xmlns:a16="http://schemas.microsoft.com/office/drawing/2014/main" xmlns="" id="{0E7C9240-617B-1770-A044-328C31CB6A15}"/>
              </a:ext>
            </a:extLst>
          </p:cNvPr>
          <p:cNvSpPr>
            <a:spLocks noGrp="1"/>
          </p:cNvSpPr>
          <p:nvPr>
            <p:ph type="ftr" sz="quarter" idx="11"/>
          </p:nvPr>
        </p:nvSpPr>
        <p:spPr>
          <a:xfrm>
            <a:off x="7704945" y="118818"/>
            <a:ext cx="3779918"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xmlns="" id="{626B86D3-24E1-029E-BA22-9F17F9517D65}"/>
              </a:ext>
            </a:extLst>
          </p:cNvPr>
          <p:cNvSpPr>
            <a:spLocks noGrp="1"/>
          </p:cNvSpPr>
          <p:nvPr>
            <p:ph type="sldNum" sz="quarter" idx="12"/>
          </p:nvPr>
        </p:nvSpPr>
        <p:spPr>
          <a:xfrm>
            <a:off x="11762793" y="110364"/>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xmlns="" id="{C7452E47-6DDB-EA53-7FB9-2BA726EB77DA}"/>
              </a:ext>
            </a:extLst>
          </p:cNvPr>
          <p:cNvSpPr>
            <a:spLocks noGrp="1"/>
          </p:cNvSpPr>
          <p:nvPr>
            <p:ph type="pic" sz="quarter" idx="14" hasCustomPrompt="1"/>
          </p:nvPr>
        </p:nvSpPr>
        <p:spPr>
          <a:xfrm>
            <a:off x="7772400" y="989351"/>
            <a:ext cx="4284026" cy="5789588"/>
          </a:xfrm>
          <a:blipFill>
            <a:blip r:embed="rId2">
              <a:alphaModFix amt="70000"/>
            </a:blip>
            <a:stretch>
              <a:fillRect/>
            </a:stretch>
          </a:blipFill>
        </p:spPr>
        <p:txBody>
          <a:bodyPr/>
          <a:lstStyle>
            <a:lvl1pPr>
              <a:defRPr lang="en-US" dirty="0"/>
            </a:lvl1pPr>
          </a:lstStyle>
          <a:p>
            <a:r>
              <a:rPr lang="en-US" dirty="0"/>
              <a:t> </a:t>
            </a:r>
          </a:p>
        </p:txBody>
      </p:sp>
      <p:pic>
        <p:nvPicPr>
          <p:cNvPr id="6" name="Graphic 5">
            <a:extLst>
              <a:ext uri="{FF2B5EF4-FFF2-40B4-BE49-F238E27FC236}">
                <a16:creationId xmlns:a16="http://schemas.microsoft.com/office/drawing/2014/main" xmlns="" id="{1556323E-CFBE-3917-9F8D-C2431E41FB06}"/>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03206" y="6047419"/>
            <a:ext cx="731520" cy="731520"/>
          </a:xfrm>
          <a:prstGeom prst="rect">
            <a:avLst/>
          </a:prstGeom>
        </p:spPr>
      </p:pic>
    </p:spTree>
    <p:extLst>
      <p:ext uri="{BB962C8B-B14F-4D97-AF65-F5344CB8AC3E}">
        <p14:creationId xmlns:p14="http://schemas.microsoft.com/office/powerpoint/2010/main" val="1417630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18288" y="82296"/>
            <a:ext cx="4390515" cy="2418146"/>
          </a:xfrm>
        </p:spPr>
        <p:txBody>
          <a:bodyPr>
            <a:norm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xmlns="" id="{7D633F00-464B-3088-812A-40496FD1021A}"/>
              </a:ext>
            </a:extLst>
          </p:cNvPr>
          <p:cNvSpPr>
            <a:spLocks noGrp="1"/>
          </p:cNvSpPr>
          <p:nvPr>
            <p:ph sz="quarter" idx="13"/>
          </p:nvPr>
        </p:nvSpPr>
        <p:spPr>
          <a:xfrm>
            <a:off x="0" y="4373735"/>
            <a:ext cx="4389120" cy="2459736"/>
          </a:xfrm>
        </p:spPr>
        <p:txBody>
          <a:bodyPr anchor="b"/>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xmlns="" id="{EB560304-B220-9740-0823-17F13E1DFD7F}"/>
              </a:ext>
            </a:extLst>
          </p:cNvPr>
          <p:cNvSpPr>
            <a:spLocks noGrp="1"/>
          </p:cNvSpPr>
          <p:nvPr>
            <p:ph type="ftr" sz="quarter" idx="15"/>
          </p:nvPr>
        </p:nvSpPr>
        <p:spPr>
          <a:xfrm>
            <a:off x="6190488" y="110364"/>
            <a:ext cx="5358238"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xmlns="" id="{A6D8939A-F7AC-2C38-E1F0-99EA290DC600}"/>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dirty="0"/>
          </a:p>
        </p:txBody>
      </p:sp>
      <p:sp>
        <p:nvSpPr>
          <p:cNvPr id="3" name="Date Placeholder 2">
            <a:extLst>
              <a:ext uri="{FF2B5EF4-FFF2-40B4-BE49-F238E27FC236}">
                <a16:creationId xmlns:a16="http://schemas.microsoft.com/office/drawing/2014/main" xmlns="" id="{7EB9051D-F4ED-4EE6-2F1F-2E67035938D8}"/>
              </a:ext>
            </a:extLst>
          </p:cNvPr>
          <p:cNvSpPr>
            <a:spLocks noGrp="1"/>
          </p:cNvSpPr>
          <p:nvPr>
            <p:ph type="dt" sz="half" idx="14"/>
          </p:nvPr>
        </p:nvSpPr>
        <p:spPr>
          <a:xfrm>
            <a:off x="6190488" y="6468346"/>
            <a:ext cx="2899852" cy="365125"/>
          </a:xfrm>
        </p:spPr>
        <p:txBody>
          <a:bodyPr anchor="b"/>
          <a:lstStyle/>
          <a:p>
            <a:endParaRPr lang="en-US" dirty="0"/>
          </a:p>
        </p:txBody>
      </p:sp>
      <p:sp>
        <p:nvSpPr>
          <p:cNvPr id="4" name="Oval 3">
            <a:extLst>
              <a:ext uri="{FF2B5EF4-FFF2-40B4-BE49-F238E27FC236}">
                <a16:creationId xmlns:a16="http://schemas.microsoft.com/office/drawing/2014/main" xmlns="" id="{355DE040-A555-DAC9-D08D-73A80FFBC53C}"/>
              </a:ext>
            </a:extLst>
          </p:cNvPr>
          <p:cNvSpPr/>
          <p:nvPr userDrawn="1"/>
        </p:nvSpPr>
        <p:spPr>
          <a:xfrm>
            <a:off x="8540137" y="318973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9040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539645" y="987552"/>
            <a:ext cx="5366480" cy="4044508"/>
          </a:xfrm>
        </p:spPr>
        <p:txBody>
          <a:bodyPr>
            <a:normAutofit/>
          </a:bodyPr>
          <a:lstStyle>
            <a:lvl1pPr>
              <a:defRPr sz="5600"/>
            </a:lvl1pPr>
          </a:lstStyle>
          <a:p>
            <a:r>
              <a:rPr lang="en-US" dirty="0"/>
              <a:t>Click to edit Master title style</a:t>
            </a:r>
          </a:p>
        </p:txBody>
      </p:sp>
      <p:sp>
        <p:nvSpPr>
          <p:cNvPr id="4" name="Footer Placeholder 4">
            <a:extLst>
              <a:ext uri="{FF2B5EF4-FFF2-40B4-BE49-F238E27FC236}">
                <a16:creationId xmlns:a16="http://schemas.microsoft.com/office/drawing/2014/main" xmlns="" id="{4F0A24D4-6DA5-79FF-03B8-B42156C29A10}"/>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3" name="Date Placeholder 3">
            <a:extLst>
              <a:ext uri="{FF2B5EF4-FFF2-40B4-BE49-F238E27FC236}">
                <a16:creationId xmlns:a16="http://schemas.microsoft.com/office/drawing/2014/main" xmlns="" id="{95496777-32C7-B10A-B939-8EEC9C873F21}"/>
              </a:ext>
            </a:extLst>
          </p:cNvPr>
          <p:cNvSpPr>
            <a:spLocks noGrp="1"/>
          </p:cNvSpPr>
          <p:nvPr>
            <p:ph type="dt" sz="half" idx="10"/>
          </p:nvPr>
        </p:nvSpPr>
        <p:spPr>
          <a:xfrm>
            <a:off x="6190488" y="100701"/>
            <a:ext cx="2940449" cy="365125"/>
          </a:xfrm>
        </p:spPr>
        <p:txBody>
          <a:bodyPr/>
          <a:lstStyle/>
          <a:p>
            <a:endParaRPr lang="en-US" dirty="0"/>
          </a:p>
        </p:txBody>
      </p:sp>
      <p:sp>
        <p:nvSpPr>
          <p:cNvPr id="6" name="Slide Number Placeholder 5">
            <a:extLst>
              <a:ext uri="{FF2B5EF4-FFF2-40B4-BE49-F238E27FC236}">
                <a16:creationId xmlns:a16="http://schemas.microsoft.com/office/drawing/2014/main" xmlns="" id="{D33C2CAA-FD7B-3168-42A9-81A6AA4BC761}"/>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xmlns="" id="{D42D62A0-8127-CE86-0633-0D65E1E136F7}"/>
              </a:ext>
            </a:extLst>
          </p:cNvPr>
          <p:cNvSpPr>
            <a:spLocks noGrp="1"/>
          </p:cNvSpPr>
          <p:nvPr>
            <p:ph sz="quarter" idx="13"/>
          </p:nvPr>
        </p:nvSpPr>
        <p:spPr>
          <a:xfrm>
            <a:off x="6190488" y="969264"/>
            <a:ext cx="5340096"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95804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dirty="0"/>
              <a:t>Click to edit Master title style</a:t>
            </a:r>
          </a:p>
        </p:txBody>
      </p:sp>
      <p:sp>
        <p:nvSpPr>
          <p:cNvPr id="3" name="Footer Placeholder 4">
            <a:extLst>
              <a:ext uri="{FF2B5EF4-FFF2-40B4-BE49-F238E27FC236}">
                <a16:creationId xmlns:a16="http://schemas.microsoft.com/office/drawing/2014/main" xmlns="" id="{83A196D4-110B-6911-7AF5-9149D3FFF8BC}"/>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xmlns="" id="{A8D9253F-93F3-9EB9-BFA6-49C9461DE0DB}"/>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xmlns="" id="{B94C6C96-D651-5D6B-830B-07E5A35424C7}"/>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xmlns="" id="{FFB4667A-FE47-8556-FD3A-55FDBA801D76}"/>
              </a:ext>
            </a:extLst>
          </p:cNvPr>
          <p:cNvSpPr>
            <a:spLocks noGrp="1"/>
          </p:cNvSpPr>
          <p:nvPr>
            <p:ph sz="quarter" idx="13"/>
          </p:nvPr>
        </p:nvSpPr>
        <p:spPr>
          <a:xfrm>
            <a:off x="6190488" y="969264"/>
            <a:ext cx="5336753" cy="48180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332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6AA66657-CD31-0011-4B4B-A81B7CACF018}"/>
              </a:ext>
            </a:extLst>
          </p:cNvPr>
          <p:cNvSpPr>
            <a:spLocks noGrp="1"/>
          </p:cNvSpPr>
          <p:nvPr>
            <p:ph type="title"/>
          </p:nvPr>
        </p:nvSpPr>
        <p:spPr>
          <a:xfrm>
            <a:off x="539496" y="987552"/>
            <a:ext cx="5366480" cy="4044508"/>
          </a:xfrm>
        </p:spPr>
        <p:txBody>
          <a:bodyPr>
            <a:normAutofit/>
          </a:bodyPr>
          <a:lstStyle>
            <a:lvl1pPr>
              <a:defRPr sz="5600"/>
            </a:lvl1pPr>
          </a:lstStyle>
          <a:p>
            <a:r>
              <a:rPr lang="en-US" dirty="0"/>
              <a:t>Click to edit Master title style</a:t>
            </a:r>
          </a:p>
        </p:txBody>
      </p:sp>
      <p:sp>
        <p:nvSpPr>
          <p:cNvPr id="5" name="Footer Placeholder 4">
            <a:extLst>
              <a:ext uri="{FF2B5EF4-FFF2-40B4-BE49-F238E27FC236}">
                <a16:creationId xmlns:a16="http://schemas.microsoft.com/office/drawing/2014/main" xmlns="" id="{27AEE5E0-A3F6-BA78-E3AC-4EF588291B22}"/>
              </a:ext>
            </a:extLst>
          </p:cNvPr>
          <p:cNvSpPr>
            <a:spLocks noGrp="1"/>
          </p:cNvSpPr>
          <p:nvPr>
            <p:ph type="ftr" sz="quarter" idx="11"/>
          </p:nvPr>
        </p:nvSpPr>
        <p:spPr>
          <a:xfrm>
            <a:off x="532150" y="100701"/>
            <a:ext cx="5366480" cy="365125"/>
          </a:xfrm>
        </p:spPr>
        <p:txBody>
          <a:bodyPr/>
          <a:lstStyle/>
          <a:p>
            <a:r>
              <a:rPr lang="en-US" dirty="0"/>
              <a:t>Sample footer text</a:t>
            </a:r>
          </a:p>
        </p:txBody>
      </p:sp>
      <p:sp>
        <p:nvSpPr>
          <p:cNvPr id="2" name="Date Placeholder 3">
            <a:extLst>
              <a:ext uri="{FF2B5EF4-FFF2-40B4-BE49-F238E27FC236}">
                <a16:creationId xmlns:a16="http://schemas.microsoft.com/office/drawing/2014/main" xmlns="" id="{13477BD1-B2A6-0DA8-FFFF-D07E005B2603}"/>
              </a:ext>
            </a:extLst>
          </p:cNvPr>
          <p:cNvSpPr>
            <a:spLocks noGrp="1"/>
          </p:cNvSpPr>
          <p:nvPr>
            <p:ph type="dt" sz="half" idx="10"/>
          </p:nvPr>
        </p:nvSpPr>
        <p:spPr>
          <a:xfrm>
            <a:off x="6190488"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xmlns="" id="{EF5D392D-C542-426F-517D-B10E047560E3}"/>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xmlns="" id="{C6F072A2-EBC7-B7EA-DA98-BAC0AA46E7A4}"/>
              </a:ext>
            </a:extLst>
          </p:cNvPr>
          <p:cNvSpPr>
            <a:spLocks noGrp="1"/>
          </p:cNvSpPr>
          <p:nvPr>
            <p:ph sz="quarter" idx="13"/>
          </p:nvPr>
        </p:nvSpPr>
        <p:spPr>
          <a:xfrm>
            <a:off x="6190488" y="969264"/>
            <a:ext cx="5366480" cy="57158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4727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dirty="0"/>
              <a:t>Click to edit Master title style</a:t>
            </a:r>
          </a:p>
        </p:txBody>
      </p:sp>
      <p:sp>
        <p:nvSpPr>
          <p:cNvPr id="5" name="Footer Placeholder 4">
            <a:extLst>
              <a:ext uri="{FF2B5EF4-FFF2-40B4-BE49-F238E27FC236}">
                <a16:creationId xmlns:a16="http://schemas.microsoft.com/office/drawing/2014/main" xmlns="" id="{37A9910B-18FC-4A92-025A-A88AC7CD6B13}"/>
              </a:ext>
            </a:extLst>
          </p:cNvPr>
          <p:cNvSpPr>
            <a:spLocks noGrp="1"/>
          </p:cNvSpPr>
          <p:nvPr>
            <p:ph type="ftr" sz="quarter" idx="11"/>
          </p:nvPr>
        </p:nvSpPr>
        <p:spPr>
          <a:xfrm>
            <a:off x="532150" y="100701"/>
            <a:ext cx="3470224" cy="365125"/>
          </a:xfrm>
        </p:spPr>
        <p:txBody>
          <a:bodyPr/>
          <a:lstStyle/>
          <a:p>
            <a:r>
              <a:rPr lang="en-US" dirty="0"/>
              <a:t>Sample footer text</a:t>
            </a:r>
          </a:p>
        </p:txBody>
      </p:sp>
      <p:sp>
        <p:nvSpPr>
          <p:cNvPr id="4" name="Date Placeholder 3">
            <a:extLst>
              <a:ext uri="{FF2B5EF4-FFF2-40B4-BE49-F238E27FC236}">
                <a16:creationId xmlns:a16="http://schemas.microsoft.com/office/drawing/2014/main" xmlns="" id="{10752728-D41A-655E-871F-F76147E0E991}"/>
              </a:ext>
            </a:extLst>
          </p:cNvPr>
          <p:cNvSpPr>
            <a:spLocks noGrp="1"/>
          </p:cNvSpPr>
          <p:nvPr>
            <p:ph type="dt" sz="half" idx="10"/>
          </p:nvPr>
        </p:nvSpPr>
        <p:spPr>
          <a:xfrm>
            <a:off x="4317167" y="100701"/>
            <a:ext cx="2940449" cy="365125"/>
          </a:xfrm>
        </p:spPr>
        <p:txBody>
          <a:bodyPr/>
          <a:lstStyle/>
          <a:p>
            <a:endParaRPr lang="en-US" dirty="0"/>
          </a:p>
        </p:txBody>
      </p:sp>
      <p:sp>
        <p:nvSpPr>
          <p:cNvPr id="9" name="Slide Number Placeholder 5">
            <a:extLst>
              <a:ext uri="{FF2B5EF4-FFF2-40B4-BE49-F238E27FC236}">
                <a16:creationId xmlns:a16="http://schemas.microsoft.com/office/drawing/2014/main" xmlns="" id="{EE07CC96-728B-298D-B2D6-54C4E9F0E9CA}"/>
              </a:ext>
            </a:extLst>
          </p:cNvPr>
          <p:cNvSpPr>
            <a:spLocks noGrp="1"/>
          </p:cNvSpPr>
          <p:nvPr>
            <p:ph type="sldNum" sz="quarter" idx="12"/>
          </p:nvPr>
        </p:nvSpPr>
        <p:spPr>
          <a:xfrm>
            <a:off x="11105731" y="100701"/>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xmlns="" id="{8C71126E-AEFA-B45A-CD39-AC1315E03339}"/>
              </a:ext>
            </a:extLst>
          </p:cNvPr>
          <p:cNvSpPr>
            <a:spLocks noGrp="1"/>
          </p:cNvSpPr>
          <p:nvPr>
            <p:ph sz="quarter" idx="13"/>
          </p:nvPr>
        </p:nvSpPr>
        <p:spPr>
          <a:xfrm>
            <a:off x="4317167" y="967689"/>
            <a:ext cx="7217771" cy="523716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12270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xmlns="" id="{B7D0064E-1F0E-2DDF-C6B5-9CE196C4B560}"/>
              </a:ext>
            </a:extLst>
          </p:cNvPr>
          <p:cNvSpPr>
            <a:spLocks noGrp="1"/>
          </p:cNvSpPr>
          <p:nvPr>
            <p:ph type="title"/>
          </p:nvPr>
        </p:nvSpPr>
        <p:spPr>
          <a:xfrm>
            <a:off x="5045804" y="612140"/>
            <a:ext cx="6499655" cy="1519612"/>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xmlns=""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xmlns=""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xmlns="" id="{C65BFCB1-FAA8-D03A-3B62-DCB2CF1CA112}"/>
              </a:ext>
            </a:extLst>
          </p:cNvPr>
          <p:cNvSpPr>
            <a:spLocks noGrp="1"/>
          </p:cNvSpPr>
          <p:nvPr>
            <p:ph type="ftr" sz="quarter" idx="16"/>
          </p:nvPr>
        </p:nvSpPr>
        <p:spPr>
          <a:xfrm>
            <a:off x="5104122" y="6452990"/>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xmlns="" id="{0A608994-46CD-AAE0-DCC4-A59D26254D84}"/>
              </a:ext>
            </a:extLst>
          </p:cNvPr>
          <p:cNvSpPr>
            <a:spLocks noGrp="1"/>
          </p:cNvSpPr>
          <p:nvPr>
            <p:ph type="sldNum" sz="quarter" idx="17"/>
          </p:nvPr>
        </p:nvSpPr>
        <p:spPr>
          <a:xfrm>
            <a:off x="11116252" y="645298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976517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xmlns="" id="{30AA64C6-E678-9909-94ED-FA63F0C2B473}"/>
              </a:ext>
            </a:extLst>
          </p:cNvPr>
          <p:cNvSpPr>
            <a:spLocks noGrp="1"/>
          </p:cNvSpPr>
          <p:nvPr>
            <p:ph type="title"/>
          </p:nvPr>
        </p:nvSpPr>
        <p:spPr>
          <a:xfrm>
            <a:off x="515278" y="623087"/>
            <a:ext cx="5794045" cy="1519612"/>
          </a:xfrm>
        </p:spPr>
        <p:txBody>
          <a:bodyPr anchor="t"/>
          <a:lstStyle/>
          <a:p>
            <a:r>
              <a:rPr lang="en-US" dirty="0"/>
              <a:t>Click to edit Master title style</a:t>
            </a:r>
          </a:p>
        </p:txBody>
      </p:sp>
      <p:sp>
        <p:nvSpPr>
          <p:cNvPr id="5" name="Content Placeholder 7">
            <a:extLst>
              <a:ext uri="{FF2B5EF4-FFF2-40B4-BE49-F238E27FC236}">
                <a16:creationId xmlns:a16="http://schemas.microsoft.com/office/drawing/2014/main" xmlns="" id="{FEA89376-E8CF-4210-753A-0F9465115C75}"/>
              </a:ext>
            </a:extLst>
          </p:cNvPr>
          <p:cNvSpPr>
            <a:spLocks noGrp="1"/>
          </p:cNvSpPr>
          <p:nvPr>
            <p:ph sz="quarter" idx="14"/>
          </p:nvPr>
        </p:nvSpPr>
        <p:spPr>
          <a:xfrm>
            <a:off x="533566" y="2459736"/>
            <a:ext cx="5745663" cy="3778977"/>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xmlns="" id="{7F8EA658-2652-6F81-1B04-D50C60A3F171}"/>
              </a:ext>
            </a:extLst>
          </p:cNvPr>
          <p:cNvSpPr>
            <a:spLocks noGrp="1"/>
          </p:cNvSpPr>
          <p:nvPr>
            <p:ph type="pic" sz="quarter" idx="13" hasCustomPrompt="1"/>
          </p:nvPr>
        </p:nvSpPr>
        <p:spPr>
          <a:xfrm>
            <a:off x="6525631" y="0"/>
            <a:ext cx="5666370" cy="6858000"/>
          </a:xfrm>
          <a:blipFill>
            <a:blip r:embed="rId2">
              <a:alphaModFix amt="70000"/>
            </a:blip>
            <a:stretch>
              <a:fillRect/>
            </a:stretch>
          </a:blipFill>
        </p:spPr>
        <p:txBody>
          <a:bodyPr/>
          <a:lstStyle>
            <a:lvl1pPr>
              <a:defRPr lang="en-US" dirty="0"/>
            </a:lvl1pPr>
          </a:lstStyle>
          <a:p>
            <a:r>
              <a:rPr lang="en-US" dirty="0"/>
              <a:t> </a:t>
            </a:r>
          </a:p>
        </p:txBody>
      </p:sp>
      <p:sp>
        <p:nvSpPr>
          <p:cNvPr id="7" name="Footer Placeholder 8">
            <a:extLst>
              <a:ext uri="{FF2B5EF4-FFF2-40B4-BE49-F238E27FC236}">
                <a16:creationId xmlns:a16="http://schemas.microsoft.com/office/drawing/2014/main" xmlns="" id="{D1272CAE-C152-7545-C45C-505CD07BDC24}"/>
              </a:ext>
            </a:extLst>
          </p:cNvPr>
          <p:cNvSpPr>
            <a:spLocks noGrp="1"/>
          </p:cNvSpPr>
          <p:nvPr>
            <p:ph type="ftr" sz="quarter" idx="16"/>
          </p:nvPr>
        </p:nvSpPr>
        <p:spPr>
          <a:xfrm>
            <a:off x="533566" y="6441427"/>
            <a:ext cx="1968375" cy="365125"/>
          </a:xfrm>
        </p:spPr>
        <p:txBody>
          <a:bodyPr anchor="b"/>
          <a:lstStyle/>
          <a:p>
            <a:r>
              <a:rPr lang="en-US" dirty="0"/>
              <a:t>Sample footer text</a:t>
            </a:r>
          </a:p>
        </p:txBody>
      </p:sp>
      <p:sp>
        <p:nvSpPr>
          <p:cNvPr id="14" name="Date Placeholder 2">
            <a:extLst>
              <a:ext uri="{FF2B5EF4-FFF2-40B4-BE49-F238E27FC236}">
                <a16:creationId xmlns:a16="http://schemas.microsoft.com/office/drawing/2014/main" xmlns="" id="{46CB14D0-DC1A-8BE6-97EC-FF17990690CA}"/>
              </a:ext>
            </a:extLst>
          </p:cNvPr>
          <p:cNvSpPr>
            <a:spLocks noGrp="1"/>
          </p:cNvSpPr>
          <p:nvPr>
            <p:ph type="dt" sz="half" idx="18"/>
          </p:nvPr>
        </p:nvSpPr>
        <p:spPr>
          <a:xfrm>
            <a:off x="3365787" y="6455623"/>
            <a:ext cx="2295997" cy="365125"/>
          </a:xfrm>
        </p:spPr>
        <p:txBody>
          <a:bodyPr anchor="b"/>
          <a:lstStyle/>
          <a:p>
            <a:endParaRPr lang="en-US" dirty="0"/>
          </a:p>
        </p:txBody>
      </p:sp>
      <p:sp>
        <p:nvSpPr>
          <p:cNvPr id="13" name="Slide Number Placeholder 9">
            <a:extLst>
              <a:ext uri="{FF2B5EF4-FFF2-40B4-BE49-F238E27FC236}">
                <a16:creationId xmlns:a16="http://schemas.microsoft.com/office/drawing/2014/main" xmlns="" id="{F865E30D-74D2-EFE8-B8DB-03B9E69D0A60}"/>
              </a:ext>
            </a:extLst>
          </p:cNvPr>
          <p:cNvSpPr>
            <a:spLocks noGrp="1"/>
          </p:cNvSpPr>
          <p:nvPr>
            <p:ph type="sldNum" sz="quarter" idx="17"/>
          </p:nvPr>
        </p:nvSpPr>
        <p:spPr>
          <a:xfrm>
            <a:off x="5880116" y="6456170"/>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1824585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3CDF6858-35EF-4C90-B3F5-339B7EF1F60F}"/>
              </a:ext>
            </a:extLst>
          </p:cNvPr>
          <p:cNvSpPr>
            <a:spLocks noGrp="1"/>
          </p:cNvSpPr>
          <p:nvPr>
            <p:ph type="title"/>
          </p:nvPr>
        </p:nvSpPr>
        <p:spPr>
          <a:xfrm>
            <a:off x="4281793" y="621792"/>
            <a:ext cx="7252710" cy="1138769"/>
          </a:xfrm>
        </p:spPr>
        <p:txBody>
          <a:bodyPr anchor="t"/>
          <a:lstStyle/>
          <a:p>
            <a:r>
              <a:rPr lang="en-US" dirty="0"/>
              <a:t>Click to edit Master title style</a:t>
            </a:r>
          </a:p>
        </p:txBody>
      </p:sp>
      <p:sp>
        <p:nvSpPr>
          <p:cNvPr id="11" name="Picture Placeholder 10">
            <a:extLst>
              <a:ext uri="{FF2B5EF4-FFF2-40B4-BE49-F238E27FC236}">
                <a16:creationId xmlns:a16="http://schemas.microsoft.com/office/drawing/2014/main" xmlns=""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xmlns=""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8">
            <a:extLst>
              <a:ext uri="{FF2B5EF4-FFF2-40B4-BE49-F238E27FC236}">
                <a16:creationId xmlns:a16="http://schemas.microsoft.com/office/drawing/2014/main" xmlns="" id="{4F9B8FC8-8820-A655-2A18-E8F8FC2C72DE}"/>
              </a:ext>
            </a:extLst>
          </p:cNvPr>
          <p:cNvSpPr>
            <a:spLocks noGrp="1"/>
          </p:cNvSpPr>
          <p:nvPr>
            <p:ph type="ftr" sz="quarter" idx="16"/>
          </p:nvPr>
        </p:nvSpPr>
        <p:spPr>
          <a:xfrm>
            <a:off x="4281793" y="6492875"/>
            <a:ext cx="1968375" cy="365125"/>
          </a:xfrm>
        </p:spPr>
        <p:txBody>
          <a:bodyPr anchor="b"/>
          <a:lstStyle/>
          <a:p>
            <a:r>
              <a:rPr lang="en-US" dirty="0"/>
              <a:t>Sample footer text</a:t>
            </a:r>
          </a:p>
        </p:txBody>
      </p:sp>
      <p:sp>
        <p:nvSpPr>
          <p:cNvPr id="13" name="Date Placeholder 2">
            <a:extLst>
              <a:ext uri="{FF2B5EF4-FFF2-40B4-BE49-F238E27FC236}">
                <a16:creationId xmlns:a16="http://schemas.microsoft.com/office/drawing/2014/main" xmlns="" id="{A8C032E2-BBA3-EA74-8FE1-5AFC46A21AE1}"/>
              </a:ext>
            </a:extLst>
          </p:cNvPr>
          <p:cNvSpPr>
            <a:spLocks noGrp="1"/>
          </p:cNvSpPr>
          <p:nvPr>
            <p:ph type="dt" sz="half" idx="18"/>
          </p:nvPr>
        </p:nvSpPr>
        <p:spPr>
          <a:xfrm>
            <a:off x="9023903" y="6492875"/>
            <a:ext cx="1596200" cy="365125"/>
          </a:xfrm>
        </p:spPr>
        <p:txBody>
          <a:bodyPr anchor="b"/>
          <a:lstStyle/>
          <a:p>
            <a:endParaRPr lang="en-US" dirty="0"/>
          </a:p>
        </p:txBody>
      </p:sp>
      <p:sp>
        <p:nvSpPr>
          <p:cNvPr id="12" name="Slide Number Placeholder 9">
            <a:extLst>
              <a:ext uri="{FF2B5EF4-FFF2-40B4-BE49-F238E27FC236}">
                <a16:creationId xmlns:a16="http://schemas.microsoft.com/office/drawing/2014/main" xmlns="" id="{D28087CA-07B9-D0D2-3AA7-C34B5C9645B8}"/>
              </a:ext>
            </a:extLst>
          </p:cNvPr>
          <p:cNvSpPr>
            <a:spLocks noGrp="1"/>
          </p:cNvSpPr>
          <p:nvPr>
            <p:ph type="sldNum" sz="quarter" idx="17"/>
          </p:nvPr>
        </p:nvSpPr>
        <p:spPr>
          <a:xfrm>
            <a:off x="11105296" y="6492875"/>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2683749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xmlns="" id="{7A932ED1-5750-0D24-8D58-961B6F20FA21}"/>
              </a:ext>
            </a:extLst>
          </p:cNvPr>
          <p:cNvSpPr>
            <a:spLocks noGrp="1"/>
          </p:cNvSpPr>
          <p:nvPr>
            <p:ph type="title"/>
          </p:nvPr>
        </p:nvSpPr>
        <p:spPr>
          <a:xfrm>
            <a:off x="542307" y="621792"/>
            <a:ext cx="7252710" cy="1138769"/>
          </a:xfrm>
        </p:spPr>
        <p:txBody>
          <a:bodyPr/>
          <a:lstStyle/>
          <a:p>
            <a:r>
              <a:rPr lang="en-US" dirty="0"/>
              <a:t>Click to edit Master title style</a:t>
            </a:r>
          </a:p>
        </p:txBody>
      </p:sp>
      <p:sp>
        <p:nvSpPr>
          <p:cNvPr id="9" name="Content Placeholder 7">
            <a:extLst>
              <a:ext uri="{FF2B5EF4-FFF2-40B4-BE49-F238E27FC236}">
                <a16:creationId xmlns:a16="http://schemas.microsoft.com/office/drawing/2014/main" xmlns=""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xmlns=""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xmlns="" id="{C6115057-015C-DC83-074A-D22D9E0B6CD2}"/>
              </a:ext>
            </a:extLst>
          </p:cNvPr>
          <p:cNvSpPr>
            <a:spLocks noGrp="1"/>
          </p:cNvSpPr>
          <p:nvPr>
            <p:ph type="ftr" sz="quarter" idx="16"/>
          </p:nvPr>
        </p:nvSpPr>
        <p:spPr>
          <a:xfrm>
            <a:off x="542307" y="6492875"/>
            <a:ext cx="1968375" cy="365125"/>
          </a:xfrm>
        </p:spPr>
        <p:txBody>
          <a:bodyPr/>
          <a:lstStyle/>
          <a:p>
            <a:r>
              <a:rPr lang="en-US" dirty="0"/>
              <a:t>Sample footer text</a:t>
            </a:r>
          </a:p>
        </p:txBody>
      </p:sp>
      <p:sp>
        <p:nvSpPr>
          <p:cNvPr id="8" name="Date Placeholder 1">
            <a:extLst>
              <a:ext uri="{FF2B5EF4-FFF2-40B4-BE49-F238E27FC236}">
                <a16:creationId xmlns:a16="http://schemas.microsoft.com/office/drawing/2014/main" xmlns="" id="{42028964-5597-F5F0-6AEA-C79255C9BCE9}"/>
              </a:ext>
            </a:extLst>
          </p:cNvPr>
          <p:cNvSpPr>
            <a:spLocks noGrp="1"/>
          </p:cNvSpPr>
          <p:nvPr>
            <p:ph type="dt" sz="half" idx="18"/>
          </p:nvPr>
        </p:nvSpPr>
        <p:spPr>
          <a:xfrm>
            <a:off x="5284417" y="6492875"/>
            <a:ext cx="1596200" cy="365125"/>
          </a:xfrm>
        </p:spPr>
        <p:txBody>
          <a:bodyPr/>
          <a:lstStyle/>
          <a:p>
            <a:endParaRPr lang="en-US" dirty="0"/>
          </a:p>
        </p:txBody>
      </p:sp>
      <p:sp>
        <p:nvSpPr>
          <p:cNvPr id="6" name="Slide Number Placeholder 3">
            <a:extLst>
              <a:ext uri="{FF2B5EF4-FFF2-40B4-BE49-F238E27FC236}">
                <a16:creationId xmlns:a16="http://schemas.microsoft.com/office/drawing/2014/main" xmlns="" id="{B6324527-5F82-8213-FFB9-A5E6BEB2314F}"/>
              </a:ext>
            </a:extLst>
          </p:cNvPr>
          <p:cNvSpPr>
            <a:spLocks noGrp="1"/>
          </p:cNvSpPr>
          <p:nvPr>
            <p:ph type="sldNum" sz="quarter" idx="17"/>
          </p:nvPr>
        </p:nvSpPr>
        <p:spPr>
          <a:xfrm>
            <a:off x="7365810" y="6492875"/>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63264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xmlns="" id="{6B885E47-4079-9C50-E087-611C30866B20}"/>
              </a:ext>
            </a:extLst>
          </p:cNvPr>
          <p:cNvSpPr>
            <a:spLocks noGrp="1"/>
          </p:cNvSpPr>
          <p:nvPr>
            <p:ph type="title"/>
          </p:nvPr>
        </p:nvSpPr>
        <p:spPr>
          <a:xfrm>
            <a:off x="6196084" y="621793"/>
            <a:ext cx="5326684" cy="1507454"/>
          </a:xfrm>
        </p:spPr>
        <p:txBody>
          <a:bodyPr anchor="t" anchorCtr="0"/>
          <a:lstStyle/>
          <a:p>
            <a:r>
              <a:rPr lang="en-US" dirty="0"/>
              <a:t>Click to edit Master title style</a:t>
            </a:r>
          </a:p>
        </p:txBody>
      </p:sp>
      <p:sp>
        <p:nvSpPr>
          <p:cNvPr id="4" name="Picture Placeholder 7">
            <a:extLst>
              <a:ext uri="{FF2B5EF4-FFF2-40B4-BE49-F238E27FC236}">
                <a16:creationId xmlns:a16="http://schemas.microsoft.com/office/drawing/2014/main" xmlns="" id="{6CA7CCCF-A74C-FE4F-4164-4DF092E4D9BC}"/>
              </a:ext>
            </a:extLst>
          </p:cNvPr>
          <p:cNvSpPr>
            <a:spLocks noGrp="1"/>
          </p:cNvSpPr>
          <p:nvPr>
            <p:ph type="pic" sz="quarter" idx="18" hasCustomPrompt="1"/>
          </p:nvPr>
        </p:nvSpPr>
        <p:spPr>
          <a:xfrm>
            <a:off x="-1" y="0"/>
            <a:ext cx="5895833"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xmlns="" id="{A2733663-4506-C48D-18F7-FAC92D16B245}"/>
              </a:ext>
            </a:extLst>
          </p:cNvPr>
          <p:cNvSpPr>
            <a:spLocks noGrp="1"/>
          </p:cNvSpPr>
          <p:nvPr>
            <p:ph sz="quarter" idx="19"/>
          </p:nvPr>
        </p:nvSpPr>
        <p:spPr>
          <a:xfrm>
            <a:off x="6196084" y="2498368"/>
            <a:ext cx="5364544" cy="3582748"/>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xmlns="" id="{0C50E97D-3024-3B81-A109-5EAF6E7AF5B3}"/>
              </a:ext>
            </a:extLst>
          </p:cNvPr>
          <p:cNvSpPr>
            <a:spLocks noGrp="1"/>
          </p:cNvSpPr>
          <p:nvPr>
            <p:ph type="ftr" sz="quarter" idx="16"/>
          </p:nvPr>
        </p:nvSpPr>
        <p:spPr>
          <a:xfrm>
            <a:off x="6196084" y="6450237"/>
            <a:ext cx="1968375" cy="365125"/>
          </a:xfrm>
        </p:spPr>
        <p:txBody>
          <a:bodyPr anchor="b"/>
          <a:lstStyle/>
          <a:p>
            <a:r>
              <a:rPr lang="en-US" dirty="0"/>
              <a:t>Sample footer text</a:t>
            </a:r>
          </a:p>
        </p:txBody>
      </p:sp>
      <p:sp>
        <p:nvSpPr>
          <p:cNvPr id="3" name="Slide Number Placeholder 9">
            <a:extLst>
              <a:ext uri="{FF2B5EF4-FFF2-40B4-BE49-F238E27FC236}">
                <a16:creationId xmlns:a16="http://schemas.microsoft.com/office/drawing/2014/main" xmlns="" id="{27AB67CF-072E-0A2D-B536-2FEA64D53189}"/>
              </a:ext>
            </a:extLst>
          </p:cNvPr>
          <p:cNvSpPr>
            <a:spLocks noGrp="1"/>
          </p:cNvSpPr>
          <p:nvPr>
            <p:ph type="sldNum" sz="quarter" idx="17"/>
          </p:nvPr>
        </p:nvSpPr>
        <p:spPr>
          <a:xfrm>
            <a:off x="11131422"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824867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B15000-16D8-B5F1-E35B-BAE97B4E6EE4}"/>
              </a:ext>
            </a:extLst>
          </p:cNvPr>
          <p:cNvSpPr>
            <a:spLocks noGrp="1"/>
          </p:cNvSpPr>
          <p:nvPr>
            <p:ph type="title"/>
          </p:nvPr>
        </p:nvSpPr>
        <p:spPr>
          <a:xfrm>
            <a:off x="518615" y="621793"/>
            <a:ext cx="5326684" cy="1507454"/>
          </a:xfrm>
        </p:spPr>
        <p:txBody>
          <a:bodyPr anchor="t" anchorCtr="0"/>
          <a:lstStyle/>
          <a:p>
            <a:r>
              <a:rPr lang="en-US" dirty="0"/>
              <a:t>Click to edit Master title style</a:t>
            </a:r>
          </a:p>
        </p:txBody>
      </p:sp>
      <p:sp>
        <p:nvSpPr>
          <p:cNvPr id="3" name="Content Placeholder 7">
            <a:extLst>
              <a:ext uri="{FF2B5EF4-FFF2-40B4-BE49-F238E27FC236}">
                <a16:creationId xmlns:a16="http://schemas.microsoft.com/office/drawing/2014/main" xmlns=""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7">
            <a:extLst>
              <a:ext uri="{FF2B5EF4-FFF2-40B4-BE49-F238E27FC236}">
                <a16:creationId xmlns:a16="http://schemas.microsoft.com/office/drawing/2014/main" xmlns=""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xmlns="" id="{8917C8CF-AEBF-835D-4503-06A0208049F0}"/>
              </a:ext>
            </a:extLst>
          </p:cNvPr>
          <p:cNvSpPr>
            <a:spLocks noGrp="1"/>
          </p:cNvSpPr>
          <p:nvPr>
            <p:ph type="ftr" sz="quarter" idx="16"/>
          </p:nvPr>
        </p:nvSpPr>
        <p:spPr>
          <a:xfrm>
            <a:off x="518615" y="6450237"/>
            <a:ext cx="1968375" cy="365125"/>
          </a:xfrm>
        </p:spPr>
        <p:txBody>
          <a:bodyPr anchor="b"/>
          <a:lstStyle/>
          <a:p>
            <a:r>
              <a:rPr lang="en-US" dirty="0"/>
              <a:t>Sample footer text</a:t>
            </a:r>
          </a:p>
        </p:txBody>
      </p:sp>
      <p:sp>
        <p:nvSpPr>
          <p:cNvPr id="10" name="Slide Number Placeholder 9">
            <a:extLst>
              <a:ext uri="{FF2B5EF4-FFF2-40B4-BE49-F238E27FC236}">
                <a16:creationId xmlns:a16="http://schemas.microsoft.com/office/drawing/2014/main" xmlns="" id="{13662962-C2D0-E99D-BD6A-C97F4798F261}"/>
              </a:ext>
            </a:extLst>
          </p:cNvPr>
          <p:cNvSpPr>
            <a:spLocks noGrp="1"/>
          </p:cNvSpPr>
          <p:nvPr>
            <p:ph type="sldNum" sz="quarter" idx="17"/>
          </p:nvPr>
        </p:nvSpPr>
        <p:spPr>
          <a:xfrm>
            <a:off x="5453953" y="64649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9305798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68BB86E1-24F1-4785-0234-656368BC9586}"/>
              </a:ext>
            </a:extLst>
          </p:cNvPr>
          <p:cNvSpPr>
            <a:spLocks noGrp="1"/>
          </p:cNvSpPr>
          <p:nvPr>
            <p:ph type="title"/>
          </p:nvPr>
        </p:nvSpPr>
        <p:spPr>
          <a:xfrm>
            <a:off x="7097186" y="621792"/>
            <a:ext cx="4446871" cy="1867629"/>
          </a:xfrm>
        </p:spPr>
        <p:txBody>
          <a:bodyPr anchor="t">
            <a:noAutofit/>
          </a:bodyPr>
          <a:lstStyle>
            <a:lvl1pPr>
              <a:defRPr sz="5600"/>
            </a:lvl1pPr>
          </a:lstStyle>
          <a:p>
            <a:r>
              <a:rPr lang="en-US" dirty="0"/>
              <a:t>Click to edit Master title style</a:t>
            </a:r>
          </a:p>
        </p:txBody>
      </p:sp>
      <p:sp>
        <p:nvSpPr>
          <p:cNvPr id="4" name="Picture Placeholder 10">
            <a:extLst>
              <a:ext uri="{FF2B5EF4-FFF2-40B4-BE49-F238E27FC236}">
                <a16:creationId xmlns:a16="http://schemas.microsoft.com/office/drawing/2014/main" xmlns="" id="{8AC7BAE6-D45A-F41F-AEA6-769EB11D4BE9}"/>
              </a:ext>
            </a:extLst>
          </p:cNvPr>
          <p:cNvSpPr>
            <a:spLocks noGrp="1"/>
          </p:cNvSpPr>
          <p:nvPr>
            <p:ph type="pic" sz="quarter" idx="13" hasCustomPrompt="1"/>
          </p:nvPr>
        </p:nvSpPr>
        <p:spPr>
          <a:xfrm>
            <a:off x="0" y="0"/>
            <a:ext cx="6878472" cy="6858000"/>
          </a:xfrm>
          <a:blipFill>
            <a:blip r:embed="rId2">
              <a:alphaModFix amt="70000"/>
            </a:blip>
            <a:stretch>
              <a:fillRect/>
            </a:stretch>
          </a:blipFill>
        </p:spPr>
        <p:txBody>
          <a:bodyPr/>
          <a:lstStyle>
            <a:lvl1pPr>
              <a:defRPr/>
            </a:lvl1pPr>
          </a:lstStyle>
          <a:p>
            <a:r>
              <a:rPr lang="en-US" dirty="0"/>
              <a:t> </a:t>
            </a:r>
          </a:p>
        </p:txBody>
      </p:sp>
      <p:sp>
        <p:nvSpPr>
          <p:cNvPr id="5" name="Content Placeholder 7">
            <a:extLst>
              <a:ext uri="{FF2B5EF4-FFF2-40B4-BE49-F238E27FC236}">
                <a16:creationId xmlns:a16="http://schemas.microsoft.com/office/drawing/2014/main" xmlns="" id="{A9CA9496-CED8-8D3F-ABD7-73692B2D6CB1}"/>
              </a:ext>
            </a:extLst>
          </p:cNvPr>
          <p:cNvSpPr>
            <a:spLocks noGrp="1"/>
          </p:cNvSpPr>
          <p:nvPr>
            <p:ph sz="quarter" idx="14"/>
          </p:nvPr>
        </p:nvSpPr>
        <p:spPr>
          <a:xfrm>
            <a:off x="7122161"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8">
            <a:extLst>
              <a:ext uri="{FF2B5EF4-FFF2-40B4-BE49-F238E27FC236}">
                <a16:creationId xmlns:a16="http://schemas.microsoft.com/office/drawing/2014/main" xmlns="" id="{9AA3307D-5C4C-C4FF-D129-681F24B8E79B}"/>
              </a:ext>
            </a:extLst>
          </p:cNvPr>
          <p:cNvSpPr>
            <a:spLocks noGrp="1"/>
          </p:cNvSpPr>
          <p:nvPr>
            <p:ph type="ftr" sz="quarter" idx="16"/>
          </p:nvPr>
        </p:nvSpPr>
        <p:spPr>
          <a:xfrm>
            <a:off x="7093839" y="6430476"/>
            <a:ext cx="1968375" cy="379867"/>
          </a:xfrm>
        </p:spPr>
        <p:txBody>
          <a:bodyPr anchor="b"/>
          <a:lstStyle/>
          <a:p>
            <a:r>
              <a:rPr lang="en-US" dirty="0"/>
              <a:t>Sample footer text</a:t>
            </a:r>
          </a:p>
        </p:txBody>
      </p:sp>
      <p:sp>
        <p:nvSpPr>
          <p:cNvPr id="6" name="Slide Number Placeholder 9">
            <a:extLst>
              <a:ext uri="{FF2B5EF4-FFF2-40B4-BE49-F238E27FC236}">
                <a16:creationId xmlns:a16="http://schemas.microsoft.com/office/drawing/2014/main" xmlns="" id="{AD6EB247-ADC7-7FC5-3295-B575F7E55DB1}"/>
              </a:ext>
            </a:extLst>
          </p:cNvPr>
          <p:cNvSpPr>
            <a:spLocks noGrp="1"/>
          </p:cNvSpPr>
          <p:nvPr>
            <p:ph type="sldNum" sz="quarter" idx="17"/>
          </p:nvPr>
        </p:nvSpPr>
        <p:spPr>
          <a:xfrm>
            <a:off x="11142181"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2266531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dirty="0"/>
              <a:t>Click to edit Master title style</a:t>
            </a:r>
          </a:p>
        </p:txBody>
      </p:sp>
      <p:sp>
        <p:nvSpPr>
          <p:cNvPr id="9" name="Content Placeholder 7">
            <a:extLst>
              <a:ext uri="{FF2B5EF4-FFF2-40B4-BE49-F238E27FC236}">
                <a16:creationId xmlns:a16="http://schemas.microsoft.com/office/drawing/2014/main" xmlns="" id="{7B86FDEC-359F-20D5-12F6-5CBA3DC009EA}"/>
              </a:ext>
            </a:extLst>
          </p:cNvPr>
          <p:cNvSpPr>
            <a:spLocks noGrp="1"/>
          </p:cNvSpPr>
          <p:nvPr>
            <p:ph sz="quarter" idx="14"/>
          </p:nvPr>
        </p:nvSpPr>
        <p:spPr>
          <a:xfrm>
            <a:off x="543940" y="2890729"/>
            <a:ext cx="4449227" cy="3138438"/>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0">
            <a:extLst>
              <a:ext uri="{FF2B5EF4-FFF2-40B4-BE49-F238E27FC236}">
                <a16:creationId xmlns:a16="http://schemas.microsoft.com/office/drawing/2014/main" xmlns=""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xmlns="" id="{4784CE43-81E9-3B12-CB65-9B5FC6ECE9ED}"/>
              </a:ext>
            </a:extLst>
          </p:cNvPr>
          <p:cNvSpPr>
            <a:spLocks noGrp="1"/>
          </p:cNvSpPr>
          <p:nvPr>
            <p:ph type="ftr" sz="quarter" idx="16"/>
          </p:nvPr>
        </p:nvSpPr>
        <p:spPr>
          <a:xfrm>
            <a:off x="515618" y="6430476"/>
            <a:ext cx="1968375" cy="379867"/>
          </a:xfrm>
        </p:spPr>
        <p:txBody>
          <a:bodyPr anchor="b"/>
          <a:lstStyle/>
          <a:p>
            <a:r>
              <a:rPr lang="en-US" dirty="0"/>
              <a:t>Sample footer text</a:t>
            </a:r>
          </a:p>
        </p:txBody>
      </p:sp>
      <p:sp>
        <p:nvSpPr>
          <p:cNvPr id="11" name="Slide Number Placeholder 9">
            <a:extLst>
              <a:ext uri="{FF2B5EF4-FFF2-40B4-BE49-F238E27FC236}">
                <a16:creationId xmlns:a16="http://schemas.microsoft.com/office/drawing/2014/main" xmlns="" id="{779F1775-5104-9F86-4A61-07F914947CC9}"/>
              </a:ext>
            </a:extLst>
          </p:cNvPr>
          <p:cNvSpPr>
            <a:spLocks noGrp="1"/>
          </p:cNvSpPr>
          <p:nvPr>
            <p:ph type="sldNum" sz="quarter" idx="17"/>
          </p:nvPr>
        </p:nvSpPr>
        <p:spPr>
          <a:xfrm>
            <a:off x="4563960" y="6430476"/>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3724324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dirty="0"/>
              <a:t>Click to edit Master title style</a:t>
            </a:r>
          </a:p>
        </p:txBody>
      </p:sp>
      <p:sp>
        <p:nvSpPr>
          <p:cNvPr id="3" name="Picture Placeholder 10">
            <a:extLst>
              <a:ext uri="{FF2B5EF4-FFF2-40B4-BE49-F238E27FC236}">
                <a16:creationId xmlns:a16="http://schemas.microsoft.com/office/drawing/2014/main" xmlns=""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xmlns="" id="{747AED59-1A26-9C13-8482-7857E7DEFE52}"/>
              </a:ext>
            </a:extLst>
          </p:cNvPr>
          <p:cNvSpPr>
            <a:spLocks noGrp="1"/>
          </p:cNvSpPr>
          <p:nvPr>
            <p:ph sz="quarter" idx="14"/>
          </p:nvPr>
        </p:nvSpPr>
        <p:spPr>
          <a:xfrm>
            <a:off x="7687521" y="3211512"/>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8">
            <a:extLst>
              <a:ext uri="{FF2B5EF4-FFF2-40B4-BE49-F238E27FC236}">
                <a16:creationId xmlns:a16="http://schemas.microsoft.com/office/drawing/2014/main" xmlns="" id="{C64245F1-97E2-FD23-26A5-03067F464698}"/>
              </a:ext>
            </a:extLst>
          </p:cNvPr>
          <p:cNvSpPr>
            <a:spLocks noGrp="1"/>
          </p:cNvSpPr>
          <p:nvPr>
            <p:ph type="ftr" sz="quarter" idx="16"/>
          </p:nvPr>
        </p:nvSpPr>
        <p:spPr>
          <a:xfrm>
            <a:off x="7649733"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xmlns="" id="{15E75D5B-F407-F4DD-192B-D56CF168CDA4}"/>
              </a:ext>
            </a:extLst>
          </p:cNvPr>
          <p:cNvSpPr>
            <a:spLocks noGrp="1"/>
          </p:cNvSpPr>
          <p:nvPr>
            <p:ph type="sldNum" sz="quarter" idx="17"/>
          </p:nvPr>
        </p:nvSpPr>
        <p:spPr>
          <a:xfrm>
            <a:off x="11134152"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62670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057332-4C5A-BFFF-1742-2916FBD83118}"/>
              </a:ext>
            </a:extLst>
          </p:cNvPr>
          <p:cNvSpPr>
            <a:spLocks noGrp="1"/>
          </p:cNvSpPr>
          <p:nvPr>
            <p:ph type="title"/>
          </p:nvPr>
        </p:nvSpPr>
        <p:spPr>
          <a:xfrm>
            <a:off x="512064" y="621792"/>
            <a:ext cx="3884546" cy="2280501"/>
          </a:xfrm>
        </p:spPr>
        <p:txBody>
          <a:bodyPr anchor="t">
            <a:noAutofit/>
          </a:bodyPr>
          <a:lstStyle>
            <a:lvl1pPr>
              <a:defRPr sz="5600"/>
            </a:lvl1pPr>
          </a:lstStyle>
          <a:p>
            <a:r>
              <a:rPr lang="en-US" dirty="0"/>
              <a:t>Click to edit Master title style</a:t>
            </a:r>
          </a:p>
        </p:txBody>
      </p:sp>
      <p:sp>
        <p:nvSpPr>
          <p:cNvPr id="3" name="Content Placeholder 7">
            <a:extLst>
              <a:ext uri="{FF2B5EF4-FFF2-40B4-BE49-F238E27FC236}">
                <a16:creationId xmlns:a16="http://schemas.microsoft.com/office/drawing/2014/main" xmlns="" id="{3D76D0DE-4A60-5EEB-7C52-24A5022D25C8}"/>
              </a:ext>
            </a:extLst>
          </p:cNvPr>
          <p:cNvSpPr>
            <a:spLocks noGrp="1"/>
          </p:cNvSpPr>
          <p:nvPr>
            <p:ph sz="quarter" idx="14"/>
          </p:nvPr>
        </p:nvSpPr>
        <p:spPr>
          <a:xfrm>
            <a:off x="530352" y="3209544"/>
            <a:ext cx="3884547" cy="27432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10">
            <a:extLst>
              <a:ext uri="{FF2B5EF4-FFF2-40B4-BE49-F238E27FC236}">
                <a16:creationId xmlns:a16="http://schemas.microsoft.com/office/drawing/2014/main" xmlns="" id="{2A6199B6-23BC-9435-621B-74DD4470E14D}"/>
              </a:ext>
            </a:extLst>
          </p:cNvPr>
          <p:cNvSpPr>
            <a:spLocks noGrp="1"/>
          </p:cNvSpPr>
          <p:nvPr>
            <p:ph type="pic" sz="quarter" idx="13" hasCustomPrompt="1"/>
          </p:nvPr>
        </p:nvSpPr>
        <p:spPr>
          <a:xfrm>
            <a:off x="4954137" y="0"/>
            <a:ext cx="7237863" cy="6858000"/>
          </a:xfrm>
          <a:blipFill>
            <a:blip r:embed="rId2">
              <a:alphaModFix amt="70000"/>
            </a:blip>
            <a:stretch>
              <a:fillRect/>
            </a:stretch>
          </a:blipFill>
        </p:spPr>
        <p:txBody>
          <a:bodyPr/>
          <a:lstStyle>
            <a:lvl1pPr>
              <a:defRPr/>
            </a:lvl1pPr>
          </a:lstStyle>
          <a:p>
            <a:r>
              <a:rPr lang="en-US" dirty="0"/>
              <a:t> </a:t>
            </a:r>
          </a:p>
        </p:txBody>
      </p:sp>
      <p:sp>
        <p:nvSpPr>
          <p:cNvPr id="4" name="Footer Placeholder 8">
            <a:extLst>
              <a:ext uri="{FF2B5EF4-FFF2-40B4-BE49-F238E27FC236}">
                <a16:creationId xmlns:a16="http://schemas.microsoft.com/office/drawing/2014/main" xmlns="" id="{A255C95A-1493-49D0-7E13-22BA91D6C3D8}"/>
              </a:ext>
            </a:extLst>
          </p:cNvPr>
          <p:cNvSpPr>
            <a:spLocks noGrp="1"/>
          </p:cNvSpPr>
          <p:nvPr>
            <p:ph type="ftr" sz="quarter" idx="16"/>
          </p:nvPr>
        </p:nvSpPr>
        <p:spPr>
          <a:xfrm>
            <a:off x="530352" y="6456384"/>
            <a:ext cx="1968375" cy="379867"/>
          </a:xfrm>
        </p:spPr>
        <p:txBody>
          <a:bodyPr anchor="b"/>
          <a:lstStyle/>
          <a:p>
            <a:r>
              <a:rPr lang="en-US" dirty="0"/>
              <a:t>Sample footer text</a:t>
            </a:r>
          </a:p>
        </p:txBody>
      </p:sp>
      <p:sp>
        <p:nvSpPr>
          <p:cNvPr id="5" name="Slide Number Placeholder 9">
            <a:extLst>
              <a:ext uri="{FF2B5EF4-FFF2-40B4-BE49-F238E27FC236}">
                <a16:creationId xmlns:a16="http://schemas.microsoft.com/office/drawing/2014/main" xmlns="" id="{E1D75304-C483-6598-27D2-779691F756A6}"/>
              </a:ext>
            </a:extLst>
          </p:cNvPr>
          <p:cNvSpPr>
            <a:spLocks noGrp="1"/>
          </p:cNvSpPr>
          <p:nvPr>
            <p:ph type="sldNum" sz="quarter" idx="17"/>
          </p:nvPr>
        </p:nvSpPr>
        <p:spPr>
          <a:xfrm>
            <a:off x="4008087" y="6456385"/>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1189132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xmlns=""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xmlns=""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8">
            <a:extLst>
              <a:ext uri="{FF2B5EF4-FFF2-40B4-BE49-F238E27FC236}">
                <a16:creationId xmlns:a16="http://schemas.microsoft.com/office/drawing/2014/main" xmlns="" id="{9349FD65-108E-79AD-A9C8-91429963386F}"/>
              </a:ext>
            </a:extLst>
          </p:cNvPr>
          <p:cNvSpPr>
            <a:spLocks noGrp="1"/>
          </p:cNvSpPr>
          <p:nvPr>
            <p:ph type="ftr" sz="quarter" idx="16"/>
          </p:nvPr>
        </p:nvSpPr>
        <p:spPr>
          <a:xfrm>
            <a:off x="5262666" y="6442872"/>
            <a:ext cx="1968375" cy="379867"/>
          </a:xfrm>
        </p:spPr>
        <p:txBody>
          <a:bodyPr anchor="b"/>
          <a:lstStyle/>
          <a:p>
            <a:r>
              <a:rPr lang="en-US" dirty="0"/>
              <a:t>Sample footer text</a:t>
            </a:r>
          </a:p>
        </p:txBody>
      </p:sp>
      <p:sp>
        <p:nvSpPr>
          <p:cNvPr id="12" name="Date Placeholder 2">
            <a:extLst>
              <a:ext uri="{FF2B5EF4-FFF2-40B4-BE49-F238E27FC236}">
                <a16:creationId xmlns:a16="http://schemas.microsoft.com/office/drawing/2014/main" xmlns="" id="{547B7542-C2BA-4322-9FF4-E2713B917492}"/>
              </a:ext>
            </a:extLst>
          </p:cNvPr>
          <p:cNvSpPr>
            <a:spLocks noGrp="1"/>
          </p:cNvSpPr>
          <p:nvPr>
            <p:ph type="dt" sz="half" idx="18"/>
          </p:nvPr>
        </p:nvSpPr>
        <p:spPr>
          <a:xfrm>
            <a:off x="7697040" y="6442872"/>
            <a:ext cx="2295997" cy="379867"/>
          </a:xfrm>
        </p:spPr>
        <p:txBody>
          <a:bodyPr anchor="b"/>
          <a:lstStyle/>
          <a:p>
            <a:endParaRPr lang="en-US" dirty="0"/>
          </a:p>
        </p:txBody>
      </p:sp>
      <p:sp>
        <p:nvSpPr>
          <p:cNvPr id="7" name="Slide Number Placeholder 9">
            <a:extLst>
              <a:ext uri="{FF2B5EF4-FFF2-40B4-BE49-F238E27FC236}">
                <a16:creationId xmlns:a16="http://schemas.microsoft.com/office/drawing/2014/main" xmlns="" id="{EB058DA4-9F6F-CC80-D1C5-728E096806C3}"/>
              </a:ext>
            </a:extLst>
          </p:cNvPr>
          <p:cNvSpPr>
            <a:spLocks noGrp="1"/>
          </p:cNvSpPr>
          <p:nvPr>
            <p:ph type="sldNum" sz="quarter" idx="17"/>
          </p:nvPr>
        </p:nvSpPr>
        <p:spPr>
          <a:xfrm>
            <a:off x="11137271" y="6442873"/>
            <a:ext cx="429207" cy="379867"/>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603830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CEC4192E-0615-6D24-7F21-2ED903A0F72C}"/>
              </a:ext>
            </a:extLst>
          </p:cNvPr>
          <p:cNvSpPr>
            <a:spLocks noGrp="1"/>
          </p:cNvSpPr>
          <p:nvPr>
            <p:ph type="title"/>
          </p:nvPr>
        </p:nvSpPr>
        <p:spPr>
          <a:xfrm>
            <a:off x="512064" y="621792"/>
            <a:ext cx="4428700" cy="2601925"/>
          </a:xfrm>
        </p:spPr>
        <p:txBody>
          <a:bodyPr anchor="t">
            <a:noAutofit/>
          </a:bodyPr>
          <a:lstStyle>
            <a:lvl1pPr>
              <a:defRPr sz="5600"/>
            </a:lvl1pPr>
          </a:lstStyle>
          <a:p>
            <a:r>
              <a:rPr lang="en-US" dirty="0"/>
              <a:t>Click to edit Master title style</a:t>
            </a:r>
          </a:p>
        </p:txBody>
      </p:sp>
      <p:sp>
        <p:nvSpPr>
          <p:cNvPr id="8" name="Footer Placeholder 7">
            <a:extLst>
              <a:ext uri="{FF2B5EF4-FFF2-40B4-BE49-F238E27FC236}">
                <a16:creationId xmlns:a16="http://schemas.microsoft.com/office/drawing/2014/main" xmlns="" id="{353F39CB-9CE6-B4F1-AF33-1A09A12BE9AE}"/>
              </a:ext>
            </a:extLst>
          </p:cNvPr>
          <p:cNvSpPr>
            <a:spLocks noGrp="1"/>
          </p:cNvSpPr>
          <p:nvPr>
            <p:ph type="ftr" sz="quarter" idx="16"/>
          </p:nvPr>
        </p:nvSpPr>
        <p:spPr>
          <a:xfrm>
            <a:off x="530352" y="110364"/>
            <a:ext cx="4297680" cy="365125"/>
          </a:xfrm>
        </p:spPr>
        <p:txBody>
          <a:bodyPr/>
          <a:lstStyle/>
          <a:p>
            <a:r>
              <a:rPr lang="en-US" dirty="0"/>
              <a:t>Sample footer text</a:t>
            </a:r>
          </a:p>
        </p:txBody>
      </p:sp>
      <p:sp>
        <p:nvSpPr>
          <p:cNvPr id="7" name="Date Placeholder 6">
            <a:extLst>
              <a:ext uri="{FF2B5EF4-FFF2-40B4-BE49-F238E27FC236}">
                <a16:creationId xmlns:a16="http://schemas.microsoft.com/office/drawing/2014/main" xmlns="" id="{40F9206B-94E8-C3F0-6151-8464A5C587D6}"/>
              </a:ext>
            </a:extLst>
          </p:cNvPr>
          <p:cNvSpPr>
            <a:spLocks noGrp="1"/>
          </p:cNvSpPr>
          <p:nvPr>
            <p:ph type="dt" sz="half" idx="15"/>
          </p:nvPr>
        </p:nvSpPr>
        <p:spPr>
          <a:xfrm>
            <a:off x="5264400" y="104576"/>
            <a:ext cx="4836883" cy="365125"/>
          </a:xfrm>
        </p:spPr>
        <p:txBody>
          <a:bodyPr/>
          <a:lstStyle/>
          <a:p>
            <a:endParaRPr lang="en-US" dirty="0"/>
          </a:p>
        </p:txBody>
      </p:sp>
      <p:sp>
        <p:nvSpPr>
          <p:cNvPr id="10" name="Slide Number Placeholder 9">
            <a:extLst>
              <a:ext uri="{FF2B5EF4-FFF2-40B4-BE49-F238E27FC236}">
                <a16:creationId xmlns:a16="http://schemas.microsoft.com/office/drawing/2014/main" xmlns="" id="{90CE137C-A6F0-119E-F45A-788BDB12E8F7}"/>
              </a:ext>
            </a:extLst>
          </p:cNvPr>
          <p:cNvSpPr>
            <a:spLocks noGrp="1"/>
          </p:cNvSpPr>
          <p:nvPr>
            <p:ph type="sldNum" sz="quarter" idx="17"/>
          </p:nvPr>
        </p:nvSpPr>
        <p:spPr>
          <a:xfrm>
            <a:off x="11136179" y="110364"/>
            <a:ext cx="429207" cy="365125"/>
          </a:xfrm>
        </p:spPr>
        <p:txBody>
          <a:bodyPr/>
          <a:lstStyle/>
          <a:p>
            <a:fld id="{CC057153-B650-4DEB-B370-79DDCFDCE934}" type="slidenum">
              <a:rPr lang="en-US" smtClean="0"/>
              <a:pPr/>
              <a:t>‹#›</a:t>
            </a:fld>
            <a:endParaRPr lang="en-US" dirty="0"/>
          </a:p>
        </p:txBody>
      </p:sp>
      <p:sp>
        <p:nvSpPr>
          <p:cNvPr id="9" name="Content Placeholder 7">
            <a:extLst>
              <a:ext uri="{FF2B5EF4-FFF2-40B4-BE49-F238E27FC236}">
                <a16:creationId xmlns:a16="http://schemas.microsoft.com/office/drawing/2014/main" xmlns="" id="{D330B07B-AD04-71E7-8385-E5A3DE536FA1}"/>
              </a:ext>
            </a:extLst>
          </p:cNvPr>
          <p:cNvSpPr>
            <a:spLocks noGrp="1"/>
          </p:cNvSpPr>
          <p:nvPr>
            <p:ph sz="quarter" idx="14"/>
          </p:nvPr>
        </p:nvSpPr>
        <p:spPr>
          <a:xfrm>
            <a:off x="5266944" y="603504"/>
            <a:ext cx="6298442" cy="26019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xmlns="" id="{2BD75130-65F5-8CA7-F1DB-569BD060C526}"/>
              </a:ext>
            </a:extLst>
          </p:cNvPr>
          <p:cNvSpPr>
            <a:spLocks noGrp="1"/>
          </p:cNvSpPr>
          <p:nvPr>
            <p:ph type="pic" sz="quarter" idx="13" hasCustomPrompt="1"/>
          </p:nvPr>
        </p:nvSpPr>
        <p:spPr>
          <a:xfrm>
            <a:off x="-1" y="3429000"/>
            <a:ext cx="12192000" cy="3429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4149338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12063" y="621792"/>
            <a:ext cx="6680347" cy="1892808"/>
          </a:xfrm>
        </p:spPr>
        <p:txBody>
          <a:bodyPr anchor="t">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xmlns="" id="{C3D15418-1E32-0501-0E66-54FC2DD08E39}"/>
              </a:ext>
            </a:extLst>
          </p:cNvPr>
          <p:cNvSpPr>
            <a:spLocks noGrp="1"/>
          </p:cNvSpPr>
          <p:nvPr>
            <p:ph sz="quarter" idx="14"/>
          </p:nvPr>
        </p:nvSpPr>
        <p:spPr>
          <a:xfrm>
            <a:off x="530351" y="3005447"/>
            <a:ext cx="6680345" cy="3230761"/>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10">
            <a:extLst>
              <a:ext uri="{FF2B5EF4-FFF2-40B4-BE49-F238E27FC236}">
                <a16:creationId xmlns:a16="http://schemas.microsoft.com/office/drawing/2014/main" xmlns="" id="{6D26A7AC-B400-7088-EC1C-217678DB14AB}"/>
              </a:ext>
            </a:extLst>
          </p:cNvPr>
          <p:cNvSpPr>
            <a:spLocks noGrp="1"/>
          </p:cNvSpPr>
          <p:nvPr>
            <p:ph type="pic" sz="quarter" idx="18"/>
          </p:nvPr>
        </p:nvSpPr>
        <p:spPr>
          <a:xfrm>
            <a:off x="7424382" y="136478"/>
            <a:ext cx="4612943" cy="6099730"/>
          </a:xfrm>
          <a:blipFill>
            <a:blip r:embed="rId2">
              <a:alphaModFix amt="70000"/>
            </a:blip>
            <a:stretch>
              <a:fillRect/>
            </a:stretch>
          </a:blipFill>
        </p:spPr>
        <p:txBody>
          <a:bodyPr/>
          <a:lstStyle/>
          <a:p>
            <a:endParaRPr lang="en-US" dirty="0"/>
          </a:p>
          <a:p>
            <a:endParaRPr lang="en-US" dirty="0"/>
          </a:p>
        </p:txBody>
      </p:sp>
      <p:sp>
        <p:nvSpPr>
          <p:cNvPr id="3" name="Footer Placeholder 8">
            <a:extLst>
              <a:ext uri="{FF2B5EF4-FFF2-40B4-BE49-F238E27FC236}">
                <a16:creationId xmlns:a16="http://schemas.microsoft.com/office/drawing/2014/main" xmlns="" id="{34B3914D-A10D-2D8F-7CC2-7E07FAAE88EA}"/>
              </a:ext>
            </a:extLst>
          </p:cNvPr>
          <p:cNvSpPr>
            <a:spLocks noGrp="1"/>
          </p:cNvSpPr>
          <p:nvPr>
            <p:ph type="ftr" sz="quarter" idx="16"/>
          </p:nvPr>
        </p:nvSpPr>
        <p:spPr>
          <a:xfrm>
            <a:off x="530352" y="6462179"/>
            <a:ext cx="1968375" cy="365125"/>
          </a:xfrm>
        </p:spPr>
        <p:txBody>
          <a:bodyPr anchor="b"/>
          <a:lstStyle/>
          <a:p>
            <a:r>
              <a:rPr lang="en-US" dirty="0"/>
              <a:t>Sample footer text</a:t>
            </a:r>
          </a:p>
        </p:txBody>
      </p:sp>
      <p:sp>
        <p:nvSpPr>
          <p:cNvPr id="10" name="Date Placeholder 9">
            <a:extLst>
              <a:ext uri="{FF2B5EF4-FFF2-40B4-BE49-F238E27FC236}">
                <a16:creationId xmlns:a16="http://schemas.microsoft.com/office/drawing/2014/main" xmlns="" id="{4A78AAE3-4F7C-3B5B-F640-B147F33EB691}"/>
              </a:ext>
            </a:extLst>
          </p:cNvPr>
          <p:cNvSpPr>
            <a:spLocks noGrp="1"/>
          </p:cNvSpPr>
          <p:nvPr>
            <p:ph type="dt" sz="half" idx="19"/>
          </p:nvPr>
        </p:nvSpPr>
        <p:spPr>
          <a:xfrm>
            <a:off x="7328846" y="6492875"/>
            <a:ext cx="3270368" cy="365125"/>
          </a:xfrm>
        </p:spPr>
        <p:txBody>
          <a:bodyPr anchor="b"/>
          <a:lstStyle/>
          <a:p>
            <a:endParaRPr lang="en-US" dirty="0"/>
          </a:p>
        </p:txBody>
      </p:sp>
      <p:sp>
        <p:nvSpPr>
          <p:cNvPr id="4" name="Slide Number Placeholder 9">
            <a:extLst>
              <a:ext uri="{FF2B5EF4-FFF2-40B4-BE49-F238E27FC236}">
                <a16:creationId xmlns:a16="http://schemas.microsoft.com/office/drawing/2014/main" xmlns="" id="{728CC4AA-DAFA-3E74-3F32-B26BE709A8D2}"/>
              </a:ext>
            </a:extLst>
          </p:cNvPr>
          <p:cNvSpPr>
            <a:spLocks noGrp="1"/>
          </p:cNvSpPr>
          <p:nvPr>
            <p:ph type="sldNum" sz="quarter" idx="17"/>
          </p:nvPr>
        </p:nvSpPr>
        <p:spPr>
          <a:xfrm>
            <a:off x="11762793" y="6462179"/>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9823337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EDCA9E-2928-08E5-AA9D-7B45CB4A9C86}"/>
              </a:ext>
            </a:extLst>
          </p:cNvPr>
          <p:cNvSpPr>
            <a:spLocks noGrp="1"/>
          </p:cNvSpPr>
          <p:nvPr>
            <p:ph type="title"/>
          </p:nvPr>
        </p:nvSpPr>
        <p:spPr>
          <a:xfrm>
            <a:off x="512064" y="621792"/>
            <a:ext cx="5358019" cy="1840898"/>
          </a:xfrm>
        </p:spPr>
        <p:txBody>
          <a:bodyPr anchor="t">
            <a:noAutofit/>
          </a:bodyPr>
          <a:lstStyle>
            <a:lvl1pPr>
              <a:defRPr sz="5600"/>
            </a:lvl1pPr>
          </a:lstStyle>
          <a:p>
            <a:r>
              <a:rPr lang="en-US" dirty="0"/>
              <a:t>Click to edit Master title style</a:t>
            </a:r>
          </a:p>
        </p:txBody>
      </p:sp>
      <p:sp>
        <p:nvSpPr>
          <p:cNvPr id="10" name="Content Placeholder 7">
            <a:extLst>
              <a:ext uri="{FF2B5EF4-FFF2-40B4-BE49-F238E27FC236}">
                <a16:creationId xmlns:a16="http://schemas.microsoft.com/office/drawing/2014/main" xmlns="" id="{B744A6F4-47F7-7529-5231-5CE0A904C5EE}"/>
              </a:ext>
            </a:extLst>
          </p:cNvPr>
          <p:cNvSpPr>
            <a:spLocks noGrp="1"/>
          </p:cNvSpPr>
          <p:nvPr>
            <p:ph sz="quarter" idx="14"/>
          </p:nvPr>
        </p:nvSpPr>
        <p:spPr>
          <a:xfrm>
            <a:off x="530352" y="2843784"/>
            <a:ext cx="5358019" cy="3289253"/>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xmlns="" id="{459D8383-42AF-7DFA-C40A-B388514EFD97}"/>
              </a:ext>
            </a:extLst>
          </p:cNvPr>
          <p:cNvSpPr>
            <a:spLocks noGrp="1"/>
          </p:cNvSpPr>
          <p:nvPr>
            <p:ph type="ftr" sz="quarter" idx="16"/>
          </p:nvPr>
        </p:nvSpPr>
        <p:spPr>
          <a:xfrm>
            <a:off x="6192658" y="117098"/>
            <a:ext cx="332323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xmlns="" id="{1711CA84-487B-3628-F588-A19D042E21A7}"/>
              </a:ext>
            </a:extLst>
          </p:cNvPr>
          <p:cNvSpPr>
            <a:spLocks noGrp="1"/>
          </p:cNvSpPr>
          <p:nvPr>
            <p:ph type="sldNum" sz="quarter" idx="17"/>
          </p:nvPr>
        </p:nvSpPr>
        <p:spPr>
          <a:xfrm>
            <a:off x="11240279" y="110364"/>
            <a:ext cx="429207" cy="365125"/>
          </a:xfrm>
        </p:spPr>
        <p:txBody>
          <a:bodyPr/>
          <a:lstStyle/>
          <a:p>
            <a:fld id="{CC057153-B650-4DEB-B370-79DDCFDCE934}" type="slidenum">
              <a:rPr lang="en-US" smtClean="0"/>
              <a:pPr/>
              <a:t>‹#›</a:t>
            </a:fld>
            <a:endParaRPr lang="en-US" dirty="0"/>
          </a:p>
        </p:txBody>
      </p:sp>
      <p:sp>
        <p:nvSpPr>
          <p:cNvPr id="12" name="Picture Placeholder 10">
            <a:extLst>
              <a:ext uri="{FF2B5EF4-FFF2-40B4-BE49-F238E27FC236}">
                <a16:creationId xmlns:a16="http://schemas.microsoft.com/office/drawing/2014/main" xmlns="" id="{8FD38FA1-53E1-B8E1-3AE1-25A40C63D49A}"/>
              </a:ext>
            </a:extLst>
          </p:cNvPr>
          <p:cNvSpPr>
            <a:spLocks noGrp="1"/>
          </p:cNvSpPr>
          <p:nvPr>
            <p:ph type="pic" sz="quarter" idx="18" hasCustomPrompt="1"/>
          </p:nvPr>
        </p:nvSpPr>
        <p:spPr>
          <a:xfrm>
            <a:off x="6303631" y="2843784"/>
            <a:ext cx="5243935" cy="3289253"/>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7224019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dirty="0"/>
              <a:t>Click to edit Master title style</a:t>
            </a:r>
          </a:p>
        </p:txBody>
      </p:sp>
      <p:sp>
        <p:nvSpPr>
          <p:cNvPr id="13" name="Picture Placeholder 10">
            <a:extLst>
              <a:ext uri="{FF2B5EF4-FFF2-40B4-BE49-F238E27FC236}">
                <a16:creationId xmlns:a16="http://schemas.microsoft.com/office/drawing/2014/main" xmlns=""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xmlns=""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xmlns="" id="{AC0D704B-E4D2-B261-890F-35C54C94C6EE}"/>
              </a:ext>
            </a:extLst>
          </p:cNvPr>
          <p:cNvSpPr>
            <a:spLocks noGrp="1"/>
          </p:cNvSpPr>
          <p:nvPr>
            <p:ph type="ftr" sz="quarter" idx="20"/>
          </p:nvPr>
        </p:nvSpPr>
        <p:spPr>
          <a:xfrm>
            <a:off x="6177425" y="6428984"/>
            <a:ext cx="4467829" cy="365125"/>
          </a:xfrm>
        </p:spPr>
        <p:txBody>
          <a:bodyPr anchor="b"/>
          <a:lstStyle/>
          <a:p>
            <a:r>
              <a:rPr lang="en-US" dirty="0"/>
              <a:t>Sample footer text</a:t>
            </a:r>
          </a:p>
        </p:txBody>
      </p:sp>
      <p:sp>
        <p:nvSpPr>
          <p:cNvPr id="8" name="Slide Number Placeholder 7">
            <a:extLst>
              <a:ext uri="{FF2B5EF4-FFF2-40B4-BE49-F238E27FC236}">
                <a16:creationId xmlns:a16="http://schemas.microsoft.com/office/drawing/2014/main" xmlns="" id="{C5932FFD-B632-F7EE-B653-9A621348C003}"/>
              </a:ext>
            </a:extLst>
          </p:cNvPr>
          <p:cNvSpPr>
            <a:spLocks noGrp="1"/>
          </p:cNvSpPr>
          <p:nvPr>
            <p:ph type="sldNum" sz="quarter" idx="21"/>
          </p:nvPr>
        </p:nvSpPr>
        <p:spPr>
          <a:xfrm>
            <a:off x="10926847" y="6421709"/>
            <a:ext cx="61745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01324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12064" y="621792"/>
            <a:ext cx="3528795" cy="1875965"/>
          </a:xfrm>
        </p:spPr>
        <p:txBody>
          <a:bodyPr anchor="t" anchorCtr="0">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xmlns="" id="{7F8EA658-2652-6F81-1B04-D50C60A3F171}"/>
              </a:ext>
            </a:extLst>
          </p:cNvPr>
          <p:cNvSpPr>
            <a:spLocks noGrp="1"/>
          </p:cNvSpPr>
          <p:nvPr>
            <p:ph type="pic" sz="quarter" idx="13" hasCustomPrompt="1"/>
          </p:nvPr>
        </p:nvSpPr>
        <p:spPr>
          <a:xfrm>
            <a:off x="649183" y="2890640"/>
            <a:ext cx="3424181" cy="334245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xmlns="" id="{83F7B03F-5EDA-605B-1A2E-F48896E48939}"/>
              </a:ext>
            </a:extLst>
          </p:cNvPr>
          <p:cNvSpPr>
            <a:spLocks noGrp="1"/>
          </p:cNvSpPr>
          <p:nvPr>
            <p:ph sz="quarter" idx="14"/>
          </p:nvPr>
        </p:nvSpPr>
        <p:spPr>
          <a:xfrm>
            <a:off x="4312351" y="603504"/>
            <a:ext cx="7215984" cy="5558959"/>
          </a:xfrm>
        </p:spPr>
        <p:txBody>
          <a:bodyPr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xmlns="" id="{27B28364-BB1F-C92D-6EA6-E9AFEACC2D4A}"/>
              </a:ext>
            </a:extLst>
          </p:cNvPr>
          <p:cNvSpPr>
            <a:spLocks noGrp="1"/>
          </p:cNvSpPr>
          <p:nvPr>
            <p:ph type="ftr" sz="quarter" idx="16"/>
          </p:nvPr>
        </p:nvSpPr>
        <p:spPr>
          <a:xfrm>
            <a:off x="545926" y="6438284"/>
            <a:ext cx="5276852" cy="365125"/>
          </a:xfrm>
        </p:spPr>
        <p:txBody>
          <a:bodyPr anchor="b"/>
          <a:lstStyle/>
          <a:p>
            <a:r>
              <a:rPr lang="en-US" dirty="0"/>
              <a:t>Sample footer text</a:t>
            </a:r>
          </a:p>
        </p:txBody>
      </p:sp>
      <p:sp>
        <p:nvSpPr>
          <p:cNvPr id="6" name="Date Placeholder 5">
            <a:extLst>
              <a:ext uri="{FF2B5EF4-FFF2-40B4-BE49-F238E27FC236}">
                <a16:creationId xmlns:a16="http://schemas.microsoft.com/office/drawing/2014/main" xmlns="" id="{3E4B54CF-3562-5862-E6DB-CEF1F22146EA}"/>
              </a:ext>
            </a:extLst>
          </p:cNvPr>
          <p:cNvSpPr>
            <a:spLocks noGrp="1"/>
          </p:cNvSpPr>
          <p:nvPr>
            <p:ph type="dt" sz="half" idx="15"/>
          </p:nvPr>
        </p:nvSpPr>
        <p:spPr>
          <a:xfrm>
            <a:off x="6190488" y="6432496"/>
            <a:ext cx="2544079" cy="365125"/>
          </a:xfrm>
        </p:spPr>
        <p:txBody>
          <a:bodyPr anchor="b"/>
          <a:lstStyle/>
          <a:p>
            <a:endParaRPr lang="en-US" dirty="0"/>
          </a:p>
        </p:txBody>
      </p:sp>
      <p:sp>
        <p:nvSpPr>
          <p:cNvPr id="9" name="Slide Number Placeholder 8">
            <a:extLst>
              <a:ext uri="{FF2B5EF4-FFF2-40B4-BE49-F238E27FC236}">
                <a16:creationId xmlns:a16="http://schemas.microsoft.com/office/drawing/2014/main" xmlns="" id="{BB780F23-567A-D56A-4657-9FE5DB9F1C69}"/>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874773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dirty="0"/>
              <a:t>Click to edit Master title style</a:t>
            </a:r>
          </a:p>
        </p:txBody>
      </p:sp>
      <p:sp>
        <p:nvSpPr>
          <p:cNvPr id="11" name="Picture Placeholder 10">
            <a:extLst>
              <a:ext uri="{FF2B5EF4-FFF2-40B4-BE49-F238E27FC236}">
                <a16:creationId xmlns:a16="http://schemas.microsoft.com/office/drawing/2014/main" xmlns=""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xmlns="" id="{83F7B03F-5EDA-605B-1A2E-F48896E48939}"/>
              </a:ext>
            </a:extLst>
          </p:cNvPr>
          <p:cNvSpPr>
            <a:spLocks noGrp="1"/>
          </p:cNvSpPr>
          <p:nvPr>
            <p:ph sz="quarter" idx="14"/>
          </p:nvPr>
        </p:nvSpPr>
        <p:spPr>
          <a:xfrm>
            <a:off x="4402183" y="644000"/>
            <a:ext cx="7183078" cy="5570000"/>
          </a:xfrm>
        </p:spPr>
        <p:txBody>
          <a:bodyPr anchor="b"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6">
            <a:extLst>
              <a:ext uri="{FF2B5EF4-FFF2-40B4-BE49-F238E27FC236}">
                <a16:creationId xmlns:a16="http://schemas.microsoft.com/office/drawing/2014/main" xmlns="" id="{E471EB04-B63C-4629-0688-E2CC8C576A5A}"/>
              </a:ext>
            </a:extLst>
          </p:cNvPr>
          <p:cNvSpPr>
            <a:spLocks noGrp="1"/>
          </p:cNvSpPr>
          <p:nvPr>
            <p:ph type="ftr" sz="quarter" idx="16"/>
          </p:nvPr>
        </p:nvSpPr>
        <p:spPr>
          <a:xfrm>
            <a:off x="545926" y="6438284"/>
            <a:ext cx="5276852" cy="365125"/>
          </a:xfrm>
        </p:spPr>
        <p:txBody>
          <a:bodyPr anchor="b"/>
          <a:lstStyle/>
          <a:p>
            <a:r>
              <a:rPr lang="en-US" dirty="0"/>
              <a:t>Sample footer text</a:t>
            </a:r>
          </a:p>
        </p:txBody>
      </p:sp>
      <p:sp>
        <p:nvSpPr>
          <p:cNvPr id="12" name="Date Placeholder 5">
            <a:extLst>
              <a:ext uri="{FF2B5EF4-FFF2-40B4-BE49-F238E27FC236}">
                <a16:creationId xmlns:a16="http://schemas.microsoft.com/office/drawing/2014/main" xmlns="" id="{A4924D77-E18C-D84A-F550-9B0188FEBF87}"/>
              </a:ext>
            </a:extLst>
          </p:cNvPr>
          <p:cNvSpPr>
            <a:spLocks noGrp="1"/>
          </p:cNvSpPr>
          <p:nvPr>
            <p:ph type="dt" sz="half" idx="15"/>
          </p:nvPr>
        </p:nvSpPr>
        <p:spPr>
          <a:xfrm>
            <a:off x="6190488" y="6432496"/>
            <a:ext cx="2544079" cy="365125"/>
          </a:xfrm>
        </p:spPr>
        <p:txBody>
          <a:bodyPr anchor="b"/>
          <a:lstStyle/>
          <a:p>
            <a:endParaRPr lang="en-US" dirty="0"/>
          </a:p>
        </p:txBody>
      </p:sp>
      <p:sp>
        <p:nvSpPr>
          <p:cNvPr id="14" name="Slide Number Placeholder 8">
            <a:extLst>
              <a:ext uri="{FF2B5EF4-FFF2-40B4-BE49-F238E27FC236}">
                <a16:creationId xmlns:a16="http://schemas.microsoft.com/office/drawing/2014/main" xmlns="" id="{38B4B455-40D3-EF76-D860-2A6FFBF69836}"/>
              </a:ext>
            </a:extLst>
          </p:cNvPr>
          <p:cNvSpPr>
            <a:spLocks noGrp="1"/>
          </p:cNvSpPr>
          <p:nvPr>
            <p:ph type="sldNum" sz="quarter" idx="17"/>
          </p:nvPr>
        </p:nvSpPr>
        <p:spPr>
          <a:xfrm>
            <a:off x="11099128" y="6438284"/>
            <a:ext cx="429207" cy="365125"/>
          </a:xfrm>
        </p:spPr>
        <p:txBody>
          <a:bodyPr anchor="b"/>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727681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522513" y="2096349"/>
            <a:ext cx="5332001" cy="4297680"/>
          </a:xfrm>
        </p:spPr>
        <p:txBody>
          <a:bodyPr anchor="t" anchorCtr="0">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xmlns="" id="{C3D15418-1E32-0501-0E66-54FC2DD08E39}"/>
              </a:ext>
            </a:extLst>
          </p:cNvPr>
          <p:cNvSpPr>
            <a:spLocks noGrp="1"/>
          </p:cNvSpPr>
          <p:nvPr>
            <p:ph sz="quarter" idx="14"/>
          </p:nvPr>
        </p:nvSpPr>
        <p:spPr>
          <a:xfrm>
            <a:off x="6190488" y="2096349"/>
            <a:ext cx="5332001"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xmlns="" id="{00E56234-B5C3-D303-58A8-CF23222EF578}"/>
              </a:ext>
            </a:extLst>
          </p:cNvPr>
          <p:cNvSpPr>
            <a:spLocks noGrp="1"/>
          </p:cNvSpPr>
          <p:nvPr>
            <p:ph type="ftr" sz="quarter" idx="11"/>
          </p:nvPr>
        </p:nvSpPr>
        <p:spPr>
          <a:xfrm>
            <a:off x="522514" y="6446399"/>
            <a:ext cx="5332001"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xmlns="" id="{7C0A47EA-16E7-11EE-8018-164220C78882}"/>
              </a:ext>
            </a:extLst>
          </p:cNvPr>
          <p:cNvSpPr>
            <a:spLocks noGrp="1"/>
          </p:cNvSpPr>
          <p:nvPr>
            <p:ph type="dt" sz="half" idx="10"/>
          </p:nvPr>
        </p:nvSpPr>
        <p:spPr>
          <a:xfrm>
            <a:off x="6192520" y="6446399"/>
            <a:ext cx="2533470" cy="365125"/>
          </a:xfrm>
        </p:spPr>
        <p:txBody>
          <a:bodyPr anchor="b"/>
          <a:lstStyle/>
          <a:p>
            <a:endParaRPr lang="en-US" dirty="0"/>
          </a:p>
        </p:txBody>
      </p:sp>
      <p:sp>
        <p:nvSpPr>
          <p:cNvPr id="5" name="Slide Number Placeholder 5">
            <a:extLst>
              <a:ext uri="{FF2B5EF4-FFF2-40B4-BE49-F238E27FC236}">
                <a16:creationId xmlns:a16="http://schemas.microsoft.com/office/drawing/2014/main" xmlns="" id="{F87862A6-EA05-3FD1-682D-3C9735BBBDC1}"/>
              </a:ext>
            </a:extLst>
          </p:cNvPr>
          <p:cNvSpPr>
            <a:spLocks noGrp="1"/>
          </p:cNvSpPr>
          <p:nvPr>
            <p:ph type="sldNum" sz="quarter" idx="12"/>
          </p:nvPr>
        </p:nvSpPr>
        <p:spPr>
          <a:xfrm>
            <a:off x="11240279" y="6446399"/>
            <a:ext cx="429207" cy="365125"/>
          </a:xfrm>
        </p:spPr>
        <p:txBody>
          <a:bodyPr anchor="b"/>
          <a:lstStyle/>
          <a:p>
            <a:fld id="{CC057153-B650-4DEB-B370-79DDCFDCE934}" type="slidenum">
              <a:rPr lang="en-US" smtClean="0"/>
              <a:t>‹#›</a:t>
            </a:fld>
            <a:endParaRPr lang="en-US" dirty="0"/>
          </a:p>
        </p:txBody>
      </p:sp>
      <p:sp>
        <p:nvSpPr>
          <p:cNvPr id="7" name="Picture Placeholder 6">
            <a:extLst>
              <a:ext uri="{FF2B5EF4-FFF2-40B4-BE49-F238E27FC236}">
                <a16:creationId xmlns:a16="http://schemas.microsoft.com/office/drawing/2014/main" xmlns="" id="{D8D80FA0-F955-40A3-A72F-8CE9E2D293A3}"/>
              </a:ext>
            </a:extLst>
          </p:cNvPr>
          <p:cNvSpPr>
            <a:spLocks noGrp="1"/>
          </p:cNvSpPr>
          <p:nvPr>
            <p:ph type="pic" sz="quarter" idx="15"/>
          </p:nvPr>
        </p:nvSpPr>
        <p:spPr>
          <a:xfrm>
            <a:off x="0" y="0"/>
            <a:ext cx="12192000" cy="1842448"/>
          </a:xfrm>
          <a:blipFill>
            <a:blip r:embed="rId2">
              <a:alphaModFix amt="70000"/>
            </a:blip>
            <a:stretch>
              <a:fillRect/>
            </a:stretch>
          </a:blipFill>
        </p:spPr>
        <p:txBody>
          <a:bodyPr/>
          <a:lstStyle/>
          <a:p>
            <a:endParaRPr lang="en-US"/>
          </a:p>
        </p:txBody>
      </p:sp>
    </p:spTree>
    <p:extLst>
      <p:ext uri="{BB962C8B-B14F-4D97-AF65-F5344CB8AC3E}">
        <p14:creationId xmlns:p14="http://schemas.microsoft.com/office/powerpoint/2010/main" val="14406853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3BB49-A328-F121-7F27-DEB7C3CC2B0F}"/>
              </a:ext>
            </a:extLst>
          </p:cNvPr>
          <p:cNvSpPr>
            <a:spLocks noGrp="1"/>
          </p:cNvSpPr>
          <p:nvPr>
            <p:ph type="title"/>
          </p:nvPr>
        </p:nvSpPr>
        <p:spPr>
          <a:xfrm>
            <a:off x="0" y="96757"/>
            <a:ext cx="6400800" cy="1482005"/>
          </a:xfrm>
        </p:spPr>
        <p:txBody>
          <a:bodyPr anchor="t" anchorCtr="0">
            <a:normAutofit/>
          </a:bodyPr>
          <a:lstStyle>
            <a:lvl1pPr>
              <a:lnSpc>
                <a:spcPct val="80000"/>
              </a:lnSpc>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xmlns="" id="{818B74D6-CD72-B859-C229-60DB988B25E3}"/>
              </a:ext>
            </a:extLst>
          </p:cNvPr>
          <p:cNvSpPr>
            <a:spLocks noGrp="1"/>
          </p:cNvSpPr>
          <p:nvPr>
            <p:ph sz="quarter" idx="14"/>
          </p:nvPr>
        </p:nvSpPr>
        <p:spPr>
          <a:xfrm>
            <a:off x="0" y="2844166"/>
            <a:ext cx="6400800" cy="3999042"/>
          </a:xfrm>
        </p:spPr>
        <p:txBody>
          <a:bodyPr anchor="b" anchorCtr="0"/>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xmlns="" id="{5446E4B5-B423-4137-0255-D68BAC85BE95}"/>
              </a:ext>
            </a:extLst>
          </p:cNvPr>
          <p:cNvSpPr>
            <a:spLocks noGrp="1"/>
          </p:cNvSpPr>
          <p:nvPr>
            <p:ph type="ftr" sz="quarter" idx="16"/>
          </p:nvPr>
        </p:nvSpPr>
        <p:spPr>
          <a:xfrm>
            <a:off x="7691214" y="109728"/>
            <a:ext cx="384048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xmlns="" id="{79FEC5A8-0DCB-9EEB-83E2-0411804C543D}"/>
              </a:ext>
            </a:extLst>
          </p:cNvPr>
          <p:cNvSpPr>
            <a:spLocks noGrp="1"/>
          </p:cNvSpPr>
          <p:nvPr>
            <p:ph type="sldNum" sz="quarter" idx="17"/>
          </p:nvPr>
        </p:nvSpPr>
        <p:spPr>
          <a:xfrm>
            <a:off x="11759184" y="109728"/>
            <a:ext cx="429207" cy="365125"/>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xmlns="" id="{692EDDB5-4345-5104-646A-B8C10FB3A78F}"/>
              </a:ext>
            </a:extLst>
          </p:cNvPr>
          <p:cNvSpPr>
            <a:spLocks noGrp="1"/>
          </p:cNvSpPr>
          <p:nvPr>
            <p:ph type="pic" sz="quarter" idx="13"/>
          </p:nvPr>
        </p:nvSpPr>
        <p:spPr>
          <a:xfrm>
            <a:off x="7805393" y="843539"/>
            <a:ext cx="4120983" cy="5761544"/>
          </a:xfrm>
          <a:blipFill>
            <a:blip r:embed="rId2">
              <a:alphaModFix amt="70000"/>
            </a:blip>
            <a:stretch>
              <a:fillRect/>
            </a:stretch>
          </a:blipFill>
        </p:spPr>
        <p:txBody>
          <a:bodyPr/>
          <a:lstStyle/>
          <a:p>
            <a:endParaRPr lang="en-US" dirty="0"/>
          </a:p>
        </p:txBody>
      </p:sp>
    </p:spTree>
    <p:extLst>
      <p:ext uri="{BB962C8B-B14F-4D97-AF65-F5344CB8AC3E}">
        <p14:creationId xmlns:p14="http://schemas.microsoft.com/office/powerpoint/2010/main" val="362479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B06A09-98CF-FAC2-3708-AECC4360C651}"/>
              </a:ext>
            </a:extLst>
          </p:cNvPr>
          <p:cNvSpPr>
            <a:spLocks noGrp="1"/>
          </p:cNvSpPr>
          <p:nvPr>
            <p:ph type="title"/>
          </p:nvPr>
        </p:nvSpPr>
        <p:spPr>
          <a:xfrm>
            <a:off x="-18288" y="1005840"/>
            <a:ext cx="3595634" cy="2212313"/>
          </a:xfrm>
        </p:spPr>
        <p:txBody>
          <a:bodyPr anchor="t">
            <a:noAutofit/>
          </a:bodyPr>
          <a:lstStyle>
            <a:lvl1pPr>
              <a:defRPr sz="5600"/>
            </a:lvl1pPr>
          </a:lstStyle>
          <a:p>
            <a:r>
              <a:rPr lang="en-US" dirty="0"/>
              <a:t>Click to edit Master title style</a:t>
            </a:r>
          </a:p>
        </p:txBody>
      </p:sp>
      <p:sp>
        <p:nvSpPr>
          <p:cNvPr id="9" name="Footer Placeholder 4">
            <a:extLst>
              <a:ext uri="{FF2B5EF4-FFF2-40B4-BE49-F238E27FC236}">
                <a16:creationId xmlns:a16="http://schemas.microsoft.com/office/drawing/2014/main" xmlns="" id="{69E2A0A4-E744-4E9C-CEAD-DBA5E98D44E8}"/>
              </a:ext>
            </a:extLst>
          </p:cNvPr>
          <p:cNvSpPr>
            <a:spLocks noGrp="1"/>
          </p:cNvSpPr>
          <p:nvPr>
            <p:ph type="ftr" sz="quarter" idx="11"/>
          </p:nvPr>
        </p:nvSpPr>
        <p:spPr>
          <a:xfrm>
            <a:off x="0" y="100701"/>
            <a:ext cx="4972050" cy="365125"/>
          </a:xfrm>
        </p:spPr>
        <p:txBody>
          <a:bodyPr/>
          <a:lstStyle/>
          <a:p>
            <a:r>
              <a:rPr lang="en-US" dirty="0"/>
              <a:t>Sample footer text</a:t>
            </a:r>
          </a:p>
        </p:txBody>
      </p:sp>
      <p:sp>
        <p:nvSpPr>
          <p:cNvPr id="8" name="Date Placeholder 3">
            <a:extLst>
              <a:ext uri="{FF2B5EF4-FFF2-40B4-BE49-F238E27FC236}">
                <a16:creationId xmlns:a16="http://schemas.microsoft.com/office/drawing/2014/main" xmlns="" id="{D44A2045-E098-ECF5-2867-D41D939BA049}"/>
              </a:ext>
            </a:extLst>
          </p:cNvPr>
          <p:cNvSpPr>
            <a:spLocks noGrp="1"/>
          </p:cNvSpPr>
          <p:nvPr>
            <p:ph type="dt" sz="half" idx="10"/>
          </p:nvPr>
        </p:nvSpPr>
        <p:spPr>
          <a:xfrm>
            <a:off x="5258952"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xmlns="" id="{07F69DDF-E931-1763-53C0-B18D6D4EC1E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xmlns="" id="{F32C4A61-EF2A-C5A5-B150-4448600B3937}"/>
              </a:ext>
            </a:extLst>
          </p:cNvPr>
          <p:cNvSpPr>
            <a:spLocks noGrp="1"/>
          </p:cNvSpPr>
          <p:nvPr>
            <p:ph type="body" sz="half" idx="2"/>
          </p:nvPr>
        </p:nvSpPr>
        <p:spPr>
          <a:xfrm>
            <a:off x="0" y="3402064"/>
            <a:ext cx="3585586"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xmlns="" id="{9571C769-CEC8-962A-01E6-15B0E056791E}"/>
              </a:ext>
            </a:extLst>
          </p:cNvPr>
          <p:cNvSpPr>
            <a:spLocks noGrp="1"/>
          </p:cNvSpPr>
          <p:nvPr>
            <p:ph type="pic" idx="1" hasCustomPrompt="1"/>
          </p:nvPr>
        </p:nvSpPr>
        <p:spPr>
          <a:xfrm>
            <a:off x="5366157" y="832104"/>
            <a:ext cx="6707160" cy="5917042"/>
          </a:xfrm>
          <a:blipFill>
            <a:blip r:embed="rId2">
              <a:alphaModFix amt="7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3510537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xmlns=""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xmlns="" id="{BB98C21E-A9AF-D3FB-3F6A-06088553C6F8}"/>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xmlns="" id="{CA0528A9-0729-B0FB-328C-3C96994AAB3C}"/>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91854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A0B97A67-2BC4-FA44-F047-6D2FBC5CA2B9}"/>
              </a:ext>
            </a:extLst>
          </p:cNvPr>
          <p:cNvSpPr>
            <a:spLocks noGrp="1"/>
          </p:cNvSpPr>
          <p:nvPr>
            <p:ph type="title"/>
          </p:nvPr>
        </p:nvSpPr>
        <p:spPr>
          <a:xfrm>
            <a:off x="0" y="5861712"/>
            <a:ext cx="5902657" cy="996287"/>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pic>
        <p:nvPicPr>
          <p:cNvPr id="6" name="Graphic 5">
            <a:extLst>
              <a:ext uri="{FF2B5EF4-FFF2-40B4-BE49-F238E27FC236}">
                <a16:creationId xmlns:a16="http://schemas.microsoft.com/office/drawing/2014/main" xmlns="" id="{0E3A4F82-7267-3CC9-7E77-5D7ABE6E5C5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110101" y="5852160"/>
            <a:ext cx="1005840" cy="1005840"/>
          </a:xfrm>
          <a:prstGeom prst="rect">
            <a:avLst/>
          </a:prstGeom>
        </p:spPr>
      </p:pic>
      <p:sp>
        <p:nvSpPr>
          <p:cNvPr id="9" name="Footer Placeholder 8">
            <a:extLst>
              <a:ext uri="{FF2B5EF4-FFF2-40B4-BE49-F238E27FC236}">
                <a16:creationId xmlns:a16="http://schemas.microsoft.com/office/drawing/2014/main" xmlns="" id="{9177888A-355A-DE7F-B87A-D018FC9564C3}"/>
              </a:ext>
            </a:extLst>
          </p:cNvPr>
          <p:cNvSpPr>
            <a:spLocks noGrp="1"/>
          </p:cNvSpPr>
          <p:nvPr>
            <p:ph type="ftr" sz="quarter" idx="15"/>
          </p:nvPr>
        </p:nvSpPr>
        <p:spPr/>
        <p:txBody>
          <a:bodyPr/>
          <a:lstStyle/>
          <a:p>
            <a:r>
              <a:rPr lang="en-US" dirty="0"/>
              <a:t>Sample footer text</a:t>
            </a:r>
          </a:p>
        </p:txBody>
      </p:sp>
      <p:sp>
        <p:nvSpPr>
          <p:cNvPr id="8" name="Date Placeholder 7">
            <a:extLst>
              <a:ext uri="{FF2B5EF4-FFF2-40B4-BE49-F238E27FC236}">
                <a16:creationId xmlns:a16="http://schemas.microsoft.com/office/drawing/2014/main" xmlns="" id="{E2B4EDBB-F789-35E1-3512-3A3E647C2B42}"/>
              </a:ext>
            </a:extLst>
          </p:cNvPr>
          <p:cNvSpPr>
            <a:spLocks noGrp="1"/>
          </p:cNvSpPr>
          <p:nvPr>
            <p:ph type="dt" sz="half" idx="14"/>
          </p:nvPr>
        </p:nvSpPr>
        <p:spPr/>
        <p:txBody>
          <a:bodyPr/>
          <a:lstStyle/>
          <a:p>
            <a:endParaRPr lang="en-US" dirty="0"/>
          </a:p>
        </p:txBody>
      </p:sp>
      <p:sp>
        <p:nvSpPr>
          <p:cNvPr id="10" name="Slide Number Placeholder 9">
            <a:extLst>
              <a:ext uri="{FF2B5EF4-FFF2-40B4-BE49-F238E27FC236}">
                <a16:creationId xmlns:a16="http://schemas.microsoft.com/office/drawing/2014/main" xmlns="" id="{7784CE38-13A5-0A89-BFB8-F0599148FA3F}"/>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5" name="Content Placeholder 6">
            <a:extLst>
              <a:ext uri="{FF2B5EF4-FFF2-40B4-BE49-F238E27FC236}">
                <a16:creationId xmlns:a16="http://schemas.microsoft.com/office/drawing/2014/main" xmlns="" id="{5D02E6BD-A41A-324C-DB4D-3F42AA60F5BD}"/>
              </a:ext>
            </a:extLst>
          </p:cNvPr>
          <p:cNvSpPr>
            <a:spLocks noGrp="1"/>
          </p:cNvSpPr>
          <p:nvPr>
            <p:ph sz="quarter" idx="13" hasCustomPrompt="1"/>
          </p:nvPr>
        </p:nvSpPr>
        <p:spPr>
          <a:xfrm>
            <a:off x="-71651" y="975814"/>
            <a:ext cx="6045958" cy="4510586"/>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Tree>
    <p:extLst>
      <p:ext uri="{BB962C8B-B14F-4D97-AF65-F5344CB8AC3E}">
        <p14:creationId xmlns:p14="http://schemas.microsoft.com/office/powerpoint/2010/main" val="28684674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1"/>
      </p:bgRef>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xmlns="" id="{A0569A7B-C9D6-067D-A126-4AE69E38D01E}"/>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xmlns="" id="{F1326B58-E941-959F-2B97-B27C83B22DF7}"/>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xmlns="" id="{DE6F409A-A8C2-D0FA-3860-DBAA1D39483D}"/>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2" name="Date Placeholder 3">
            <a:extLst>
              <a:ext uri="{FF2B5EF4-FFF2-40B4-BE49-F238E27FC236}">
                <a16:creationId xmlns:a16="http://schemas.microsoft.com/office/drawing/2014/main" xmlns="" id="{ED2971BB-BFC1-CA41-54C4-399DFC349B4A}"/>
              </a:ext>
            </a:extLst>
          </p:cNvPr>
          <p:cNvSpPr>
            <a:spLocks noGrp="1"/>
          </p:cNvSpPr>
          <p:nvPr>
            <p:ph type="dt" sz="half" idx="10"/>
          </p:nvPr>
        </p:nvSpPr>
        <p:spPr>
          <a:xfrm>
            <a:off x="6190488" y="100701"/>
            <a:ext cx="5332001" cy="365125"/>
          </a:xfrm>
        </p:spPr>
        <p:txBody>
          <a:bodyPr/>
          <a:lstStyle/>
          <a:p>
            <a:endParaRPr lang="en-US" dirty="0"/>
          </a:p>
        </p:txBody>
      </p:sp>
      <p:sp>
        <p:nvSpPr>
          <p:cNvPr id="5" name="Slide Number Placeholder 5">
            <a:extLst>
              <a:ext uri="{FF2B5EF4-FFF2-40B4-BE49-F238E27FC236}">
                <a16:creationId xmlns:a16="http://schemas.microsoft.com/office/drawing/2014/main" xmlns="" id="{8A199958-2F45-8AE2-B3FA-8DEE7EA3D7FA}"/>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A0E84C63-8906-E024-96D3-CABBCE341DAC}"/>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6200000" flipV="1">
            <a:off x="11365053" y="99445"/>
            <a:ext cx="731520" cy="731520"/>
          </a:xfrm>
          <a:prstGeom prst="rect">
            <a:avLst/>
          </a:prstGeom>
        </p:spPr>
      </p:pic>
      <p:sp>
        <p:nvSpPr>
          <p:cNvPr id="3" name="Title 2">
            <a:extLst>
              <a:ext uri="{FF2B5EF4-FFF2-40B4-BE49-F238E27FC236}">
                <a16:creationId xmlns:a16="http://schemas.microsoft.com/office/drawing/2014/main" xmlns="" id="{3FAE7531-CF3E-6AB6-0F17-5A32F2757E85}"/>
              </a:ext>
            </a:extLst>
          </p:cNvPr>
          <p:cNvSpPr>
            <a:spLocks noGrp="1"/>
          </p:cNvSpPr>
          <p:nvPr>
            <p:ph type="title"/>
          </p:nvPr>
        </p:nvSpPr>
        <p:spPr>
          <a:xfrm>
            <a:off x="6217306" y="1406493"/>
            <a:ext cx="5355995" cy="4175441"/>
          </a:xfrm>
        </p:spPr>
        <p:txBody>
          <a:bodyPr anchor="b">
            <a:normAutofit/>
          </a:bodyPr>
          <a:lstStyle>
            <a:lvl1pPr>
              <a:defRPr sz="2000" spc="0" baseline="0">
                <a:latin typeface="+mn-lt"/>
              </a:defRPr>
            </a:lvl1pPr>
          </a:lstStyle>
          <a:p>
            <a:r>
              <a:rPr lang="en-US" dirty="0"/>
              <a:t>Click to edit Master title style</a:t>
            </a:r>
          </a:p>
        </p:txBody>
      </p:sp>
      <p:sp>
        <p:nvSpPr>
          <p:cNvPr id="8" name="Date Placeholder 2">
            <a:extLst>
              <a:ext uri="{FF2B5EF4-FFF2-40B4-BE49-F238E27FC236}">
                <a16:creationId xmlns:a16="http://schemas.microsoft.com/office/drawing/2014/main" xmlns="" id="{29716D90-0E1B-9CA0-CA68-BAF42DCA9C28}"/>
              </a:ext>
            </a:extLst>
          </p:cNvPr>
          <p:cNvSpPr>
            <a:spLocks noGrp="1"/>
          </p:cNvSpPr>
          <p:nvPr>
            <p:ph type="dt" sz="half" idx="10"/>
          </p:nvPr>
        </p:nvSpPr>
        <p:spPr>
          <a:xfrm>
            <a:off x="0" y="99445"/>
            <a:ext cx="3345188" cy="365125"/>
          </a:xfrm>
        </p:spPr>
        <p:txBody>
          <a:bodyPr/>
          <a:lstStyle/>
          <a:p>
            <a:endParaRPr lang="en-US" dirty="0"/>
          </a:p>
        </p:txBody>
      </p:sp>
      <p:sp>
        <p:nvSpPr>
          <p:cNvPr id="9" name="Content Placeholder 6">
            <a:extLst>
              <a:ext uri="{FF2B5EF4-FFF2-40B4-BE49-F238E27FC236}">
                <a16:creationId xmlns:a16="http://schemas.microsoft.com/office/drawing/2014/main" xmlns="" id="{6AB58482-E637-A071-B668-27EBFD58F6CA}"/>
              </a:ext>
            </a:extLst>
          </p:cNvPr>
          <p:cNvSpPr>
            <a:spLocks noGrp="1"/>
          </p:cNvSpPr>
          <p:nvPr>
            <p:ph sz="quarter" idx="14" hasCustomPrompt="1"/>
          </p:nvPr>
        </p:nvSpPr>
        <p:spPr>
          <a:xfrm>
            <a:off x="478217" y="1378424"/>
            <a:ext cx="5424440" cy="4606119"/>
          </a:xfrm>
        </p:spPr>
        <p:txBody>
          <a:bodyPr anchor="b">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sp>
        <p:nvSpPr>
          <p:cNvPr id="5" name="Slide Number Placeholder 4">
            <a:extLst>
              <a:ext uri="{FF2B5EF4-FFF2-40B4-BE49-F238E27FC236}">
                <a16:creationId xmlns:a16="http://schemas.microsoft.com/office/drawing/2014/main" xmlns="" id="{CA0528A9-0729-B0FB-328C-3C96994AAB3C}"/>
              </a:ext>
            </a:extLst>
          </p:cNvPr>
          <p:cNvSpPr>
            <a:spLocks noGrp="1"/>
          </p:cNvSpPr>
          <p:nvPr>
            <p:ph type="sldNum" sz="quarter" idx="12"/>
          </p:nvPr>
        </p:nvSpPr>
        <p:spPr>
          <a:xfrm>
            <a:off x="11762793" y="639343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xmlns="" id="{832976E3-E745-9DF8-C3E3-53A778D9502E}"/>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xmlns="" id="{6F777942-A24A-16CB-2115-A16E397BBB01}"/>
              </a:ext>
            </a:extLst>
          </p:cNvPr>
          <p:cNvSpPr>
            <a:spLocks noGrp="1"/>
          </p:cNvSpPr>
          <p:nvPr>
            <p:ph type="ftr" sz="quarter" idx="15"/>
          </p:nvPr>
        </p:nvSpPr>
        <p:spPr/>
        <p:txBody>
          <a:bodyPr/>
          <a:lstStyle/>
          <a:p>
            <a:r>
              <a:rPr lang="en-US" dirty="0"/>
              <a:t>Sample footer text</a:t>
            </a:r>
          </a:p>
        </p:txBody>
      </p:sp>
      <p:sp>
        <p:nvSpPr>
          <p:cNvPr id="11" name="Date Placeholder 10">
            <a:extLst>
              <a:ext uri="{FF2B5EF4-FFF2-40B4-BE49-F238E27FC236}">
                <a16:creationId xmlns:a16="http://schemas.microsoft.com/office/drawing/2014/main" xmlns="" id="{91D0C3F1-69CA-2A45-33F7-9AF4B8FFEDBC}"/>
              </a:ext>
            </a:extLst>
          </p:cNvPr>
          <p:cNvSpPr>
            <a:spLocks noGrp="1"/>
          </p:cNvSpPr>
          <p:nvPr>
            <p:ph type="dt" sz="half" idx="14"/>
          </p:nvPr>
        </p:nvSpPr>
        <p:spPr/>
        <p:txBody>
          <a:bodyPr/>
          <a:lstStyle/>
          <a:p>
            <a:endParaRPr lang="en-US" dirty="0"/>
          </a:p>
        </p:txBody>
      </p:sp>
      <p:sp>
        <p:nvSpPr>
          <p:cNvPr id="13" name="Slide Number Placeholder 12">
            <a:extLst>
              <a:ext uri="{FF2B5EF4-FFF2-40B4-BE49-F238E27FC236}">
                <a16:creationId xmlns:a16="http://schemas.microsoft.com/office/drawing/2014/main" xmlns="" id="{8DB65802-3866-05DF-F96B-15A117F7C76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xmlns=""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49413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221EB5-8556-FBD7-00D5-D69AC8E7E73A}"/>
              </a:ext>
            </a:extLst>
          </p:cNvPr>
          <p:cNvSpPr>
            <a:spLocks noGrp="1"/>
          </p:cNvSpPr>
          <p:nvPr>
            <p:ph type="title"/>
          </p:nvPr>
        </p:nvSpPr>
        <p:spPr>
          <a:xfrm>
            <a:off x="572250" y="-1052833"/>
            <a:ext cx="10652760" cy="970083"/>
          </a:xfrm>
        </p:spPr>
        <p:txBody>
          <a:bodyPr/>
          <a:lstStyle/>
          <a:p>
            <a:r>
              <a:rPr lang="en-US" dirty="0"/>
              <a:t>Click to edit Master title style</a:t>
            </a:r>
          </a:p>
        </p:txBody>
      </p:sp>
      <p:sp>
        <p:nvSpPr>
          <p:cNvPr id="5" name="Content Placeholder 6">
            <a:extLst>
              <a:ext uri="{FF2B5EF4-FFF2-40B4-BE49-F238E27FC236}">
                <a16:creationId xmlns:a16="http://schemas.microsoft.com/office/drawing/2014/main" xmlns="" id="{28B79B09-36D6-C7B6-557C-22D3F2F4BF75}"/>
              </a:ext>
            </a:extLst>
          </p:cNvPr>
          <p:cNvSpPr>
            <a:spLocks noGrp="1"/>
          </p:cNvSpPr>
          <p:nvPr>
            <p:ph sz="quarter" idx="13" hasCustomPrompt="1"/>
          </p:nvPr>
        </p:nvSpPr>
        <p:spPr>
          <a:xfrm>
            <a:off x="-17470" y="81888"/>
            <a:ext cx="8206127" cy="4667533"/>
          </a:xfrm>
        </p:spPr>
        <p:txBody>
          <a:bodyPr anchor="t"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xmlns="" id="{14D8BBE8-9A85-674B-8806-BC1E7F97D9B1}"/>
              </a:ext>
            </a:extLst>
          </p:cNvPr>
          <p:cNvSpPr>
            <a:spLocks noGrp="1"/>
          </p:cNvSpPr>
          <p:nvPr>
            <p:ph type="sldNum" sz="quarter" idx="16"/>
          </p:nvPr>
        </p:nvSpPr>
        <p:spPr>
          <a:xfrm>
            <a:off x="11762793" y="109728"/>
            <a:ext cx="429207" cy="365125"/>
          </a:xfrm>
        </p:spPr>
        <p:txBody>
          <a:bodyPr anchor="t"/>
          <a:lstStyle/>
          <a:p>
            <a:fld id="{CC057153-B650-4DEB-B370-79DDCFDCE934}" type="slidenum">
              <a:rPr lang="en-US" smtClean="0"/>
              <a:pPr/>
              <a:t>‹#›</a:t>
            </a:fld>
            <a:endParaRPr lang="en-US" dirty="0"/>
          </a:p>
        </p:txBody>
      </p:sp>
      <p:sp>
        <p:nvSpPr>
          <p:cNvPr id="10" name="Oval 9">
            <a:extLst>
              <a:ext uri="{FF2B5EF4-FFF2-40B4-BE49-F238E27FC236}">
                <a16:creationId xmlns:a16="http://schemas.microsoft.com/office/drawing/2014/main" xmlns="" id="{E2124AE3-E085-484F-727A-B52B7EC3107F}"/>
              </a:ext>
            </a:extLst>
          </p:cNvPr>
          <p:cNvSpPr/>
          <p:nvPr userDrawn="1"/>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xmlns="" id="{3ADC5C58-149D-7F0E-C0DA-F056A621828F}"/>
              </a:ext>
            </a:extLst>
          </p:cNvPr>
          <p:cNvSpPr>
            <a:spLocks noGrp="1"/>
          </p:cNvSpPr>
          <p:nvPr>
            <p:ph type="ftr" sz="quarter" idx="11"/>
          </p:nvPr>
        </p:nvSpPr>
        <p:spPr>
          <a:xfrm>
            <a:off x="0" y="6411675"/>
            <a:ext cx="5898630" cy="365125"/>
          </a:xfrm>
        </p:spPr>
        <p:txBody>
          <a:bodyPr anchor="b"/>
          <a:lstStyle/>
          <a:p>
            <a:r>
              <a:rPr lang="en-US" dirty="0"/>
              <a:t>Sample footer text</a:t>
            </a:r>
          </a:p>
        </p:txBody>
      </p:sp>
      <p:sp>
        <p:nvSpPr>
          <p:cNvPr id="3" name="Date Placeholder 3">
            <a:extLst>
              <a:ext uri="{FF2B5EF4-FFF2-40B4-BE49-F238E27FC236}">
                <a16:creationId xmlns:a16="http://schemas.microsoft.com/office/drawing/2014/main" xmlns="" id="{E1B7751E-865D-DA78-6F88-46D5A33A26EB}"/>
              </a:ext>
            </a:extLst>
          </p:cNvPr>
          <p:cNvSpPr>
            <a:spLocks noGrp="1"/>
          </p:cNvSpPr>
          <p:nvPr>
            <p:ph type="dt" sz="half" idx="10"/>
          </p:nvPr>
        </p:nvSpPr>
        <p:spPr>
          <a:xfrm>
            <a:off x="6217920" y="6411675"/>
            <a:ext cx="5332001" cy="365125"/>
          </a:xfrm>
        </p:spPr>
        <p:txBody>
          <a:bodyPr anchor="b"/>
          <a:lstStyle/>
          <a:p>
            <a:endParaRPr lang="en-US" dirty="0"/>
          </a:p>
        </p:txBody>
      </p:sp>
    </p:spTree>
    <p:extLst>
      <p:ext uri="{BB962C8B-B14F-4D97-AF65-F5344CB8AC3E}">
        <p14:creationId xmlns:p14="http://schemas.microsoft.com/office/powerpoint/2010/main" val="17596521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221EB5-8556-FBD7-00D5-D69AC8E7E73A}"/>
              </a:ext>
            </a:extLst>
          </p:cNvPr>
          <p:cNvSpPr>
            <a:spLocks noGrp="1"/>
          </p:cNvSpPr>
          <p:nvPr>
            <p:ph type="title"/>
          </p:nvPr>
        </p:nvSpPr>
        <p:spPr>
          <a:xfrm>
            <a:off x="572250" y="-1215532"/>
            <a:ext cx="10652760" cy="1133856"/>
          </a:xfrm>
        </p:spPr>
        <p:txBody>
          <a:bodyPr/>
          <a:lstStyle/>
          <a:p>
            <a:r>
              <a:rPr lang="en-US" dirty="0"/>
              <a:t>Click to edit Master title style</a:t>
            </a:r>
          </a:p>
        </p:txBody>
      </p:sp>
      <p:pic>
        <p:nvPicPr>
          <p:cNvPr id="4" name="Graphic 3">
            <a:extLst>
              <a:ext uri="{FF2B5EF4-FFF2-40B4-BE49-F238E27FC236}">
                <a16:creationId xmlns:a16="http://schemas.microsoft.com/office/drawing/2014/main" xmlns="" id="{9F77EE86-26B5-588D-FBC7-2D55635EA67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096453" y="5852160"/>
            <a:ext cx="1005840" cy="1005840"/>
          </a:xfrm>
          <a:prstGeom prst="rect">
            <a:avLst/>
          </a:prstGeom>
        </p:spPr>
      </p:pic>
      <p:sp>
        <p:nvSpPr>
          <p:cNvPr id="7" name="Footer Placeholder 4">
            <a:extLst>
              <a:ext uri="{FF2B5EF4-FFF2-40B4-BE49-F238E27FC236}">
                <a16:creationId xmlns:a16="http://schemas.microsoft.com/office/drawing/2014/main" xmlns="" id="{BF7D7DCD-152C-2BBF-7A32-DD62FF0F8F58}"/>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3" name="Date Placeholder 3">
            <a:extLst>
              <a:ext uri="{FF2B5EF4-FFF2-40B4-BE49-F238E27FC236}">
                <a16:creationId xmlns:a16="http://schemas.microsoft.com/office/drawing/2014/main" xmlns="" id="{4500461C-98A4-27A2-7628-C754571FABF5}"/>
              </a:ext>
            </a:extLst>
          </p:cNvPr>
          <p:cNvSpPr>
            <a:spLocks noGrp="1"/>
          </p:cNvSpPr>
          <p:nvPr>
            <p:ph type="dt" sz="half" idx="10"/>
          </p:nvPr>
        </p:nvSpPr>
        <p:spPr>
          <a:xfrm>
            <a:off x="6190488"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xmlns="" id="{3961EF53-B681-0E2D-E395-859E6E23DFD9}"/>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
        <p:nvSpPr>
          <p:cNvPr id="8" name="Content Placeholder 6">
            <a:extLst>
              <a:ext uri="{FF2B5EF4-FFF2-40B4-BE49-F238E27FC236}">
                <a16:creationId xmlns:a16="http://schemas.microsoft.com/office/drawing/2014/main" xmlns="" id="{CC29B86A-C2A7-9757-32B2-0221942D9F5E}"/>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84804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xmlns="" id="{5DC095FD-8C32-C2DB-3F1D-105AFD1518B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xmlns=""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xmlns=""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xmlns="" id="{84D7E47A-F89A-8F43-C300-185AD1461C07}"/>
              </a:ext>
            </a:extLst>
          </p:cNvPr>
          <p:cNvSpPr>
            <a:spLocks noGrp="1"/>
          </p:cNvSpPr>
          <p:nvPr>
            <p:ph type="sldNum" sz="quarter" idx="16"/>
          </p:nvPr>
        </p:nvSpPr>
        <p:spPr>
          <a:xfrm>
            <a:off x="11762793" y="110364"/>
            <a:ext cx="429207" cy="365125"/>
          </a:xfrm>
        </p:spPr>
        <p:txBody>
          <a:bodyPr/>
          <a:lstStyle/>
          <a:p>
            <a:fld id="{CC057153-B650-4DEB-B370-79DDCFDCE934}" type="slidenum">
              <a:rPr lang="en-US" smtClean="0"/>
              <a:pPr/>
              <a:t>‹#›</a:t>
            </a:fld>
            <a:endParaRPr lang="en-US" dirty="0"/>
          </a:p>
        </p:txBody>
      </p:sp>
      <p:sp>
        <p:nvSpPr>
          <p:cNvPr id="10" name="Footer Placeholder 3">
            <a:extLst>
              <a:ext uri="{FF2B5EF4-FFF2-40B4-BE49-F238E27FC236}">
                <a16:creationId xmlns:a16="http://schemas.microsoft.com/office/drawing/2014/main" xmlns="" id="{1CA01B7F-0CDC-9F0A-6B3B-A87674D14D6B}"/>
              </a:ext>
            </a:extLst>
          </p:cNvPr>
          <p:cNvSpPr>
            <a:spLocks noGrp="1"/>
          </p:cNvSpPr>
          <p:nvPr>
            <p:ph type="ftr" sz="quarter" idx="17"/>
          </p:nvPr>
        </p:nvSpPr>
        <p:spPr>
          <a:xfrm>
            <a:off x="6193030" y="6392564"/>
            <a:ext cx="3104866" cy="365125"/>
          </a:xfrm>
        </p:spPr>
        <p:txBody>
          <a:bodyPr anchor="b"/>
          <a:lstStyle/>
          <a:p>
            <a:r>
              <a:rPr lang="en-US" dirty="0"/>
              <a:t>Sample footer text</a:t>
            </a:r>
          </a:p>
        </p:txBody>
      </p:sp>
    </p:spTree>
    <p:extLst>
      <p:ext uri="{BB962C8B-B14F-4D97-AF65-F5344CB8AC3E}">
        <p14:creationId xmlns:p14="http://schemas.microsoft.com/office/powerpoint/2010/main" val="9075703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xmlns="" id="{829F5384-F69B-7999-8993-CF493BCC0AF5}"/>
              </a:ext>
            </a:extLst>
          </p:cNvPr>
          <p:cNvSpPr/>
          <p:nvPr userDrawn="1"/>
        </p:nvSpPr>
        <p:spPr>
          <a:xfrm>
            <a:off x="8519421" y="3176277"/>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xmlns="" id="{738C46DA-CDE0-B9A4-3D5C-845982E727AC}"/>
              </a:ext>
            </a:extLst>
          </p:cNvPr>
          <p:cNvSpPr>
            <a:spLocks noGrp="1"/>
          </p:cNvSpPr>
          <p:nvPr>
            <p:ph type="title" hasCustomPrompt="1"/>
          </p:nvPr>
        </p:nvSpPr>
        <p:spPr>
          <a:xfrm>
            <a:off x="0" y="5940870"/>
            <a:ext cx="5902657" cy="910306"/>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8" name="Content Placeholder 6">
            <a:extLst>
              <a:ext uri="{FF2B5EF4-FFF2-40B4-BE49-F238E27FC236}">
                <a16:creationId xmlns:a16="http://schemas.microsoft.com/office/drawing/2014/main" xmlns="" id="{1CE14D3D-2707-27F9-B7FC-796ADA557C49}"/>
              </a:ext>
            </a:extLst>
          </p:cNvPr>
          <p:cNvSpPr>
            <a:spLocks noGrp="1"/>
          </p:cNvSpPr>
          <p:nvPr>
            <p:ph sz="quarter" idx="13" hasCustomPrompt="1"/>
          </p:nvPr>
        </p:nvSpPr>
        <p:spPr>
          <a:xfrm>
            <a:off x="0" y="95533"/>
            <a:ext cx="5902657" cy="5001905"/>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12" name="Footer Placeholder 4">
            <a:extLst>
              <a:ext uri="{FF2B5EF4-FFF2-40B4-BE49-F238E27FC236}">
                <a16:creationId xmlns:a16="http://schemas.microsoft.com/office/drawing/2014/main" xmlns="" id="{1C894B53-7D10-FCBC-A9AE-9307AA00D589}"/>
              </a:ext>
            </a:extLst>
          </p:cNvPr>
          <p:cNvSpPr>
            <a:spLocks noGrp="1"/>
          </p:cNvSpPr>
          <p:nvPr>
            <p:ph type="ftr" sz="quarter" idx="11"/>
          </p:nvPr>
        </p:nvSpPr>
        <p:spPr>
          <a:xfrm>
            <a:off x="6190488" y="100701"/>
            <a:ext cx="5340668" cy="365125"/>
          </a:xfrm>
        </p:spPr>
        <p:txBody>
          <a:bodyPr/>
          <a:lstStyle/>
          <a:p>
            <a:r>
              <a:rPr lang="en-US" dirty="0"/>
              <a:t>Sample footer text</a:t>
            </a:r>
          </a:p>
        </p:txBody>
      </p:sp>
      <p:sp>
        <p:nvSpPr>
          <p:cNvPr id="7" name="Date Placeholder 3">
            <a:extLst>
              <a:ext uri="{FF2B5EF4-FFF2-40B4-BE49-F238E27FC236}">
                <a16:creationId xmlns:a16="http://schemas.microsoft.com/office/drawing/2014/main" xmlns="" id="{5901AD6A-AFD3-46A2-2880-946FA9EBA0BC}"/>
              </a:ext>
            </a:extLst>
          </p:cNvPr>
          <p:cNvSpPr>
            <a:spLocks noGrp="1"/>
          </p:cNvSpPr>
          <p:nvPr>
            <p:ph type="dt" sz="half" idx="10"/>
          </p:nvPr>
        </p:nvSpPr>
        <p:spPr>
          <a:xfrm>
            <a:off x="6190488" y="6362968"/>
            <a:ext cx="2511743" cy="365125"/>
          </a:xfrm>
        </p:spPr>
        <p:txBody>
          <a:bodyPr anchor="b"/>
          <a:lstStyle/>
          <a:p>
            <a:endParaRPr lang="en-US" dirty="0"/>
          </a:p>
        </p:txBody>
      </p:sp>
      <p:sp>
        <p:nvSpPr>
          <p:cNvPr id="13" name="Slide Number Placeholder 5">
            <a:extLst>
              <a:ext uri="{FF2B5EF4-FFF2-40B4-BE49-F238E27FC236}">
                <a16:creationId xmlns:a16="http://schemas.microsoft.com/office/drawing/2014/main" xmlns="" id="{0E4BB4CA-93D0-1F7C-0E9E-B355F00935D3}"/>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Quote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xmlns="" id="{C1BC50BE-AB5B-8BDE-7DBB-C903EDD6FB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1342940" y="95534"/>
            <a:ext cx="731520" cy="731520"/>
          </a:xfrm>
          <a:prstGeom prst="rect">
            <a:avLst/>
          </a:prstGeom>
        </p:spPr>
      </p:pic>
      <p:sp>
        <p:nvSpPr>
          <p:cNvPr id="4" name="Title 1">
            <a:extLst>
              <a:ext uri="{FF2B5EF4-FFF2-40B4-BE49-F238E27FC236}">
                <a16:creationId xmlns:a16="http://schemas.microsoft.com/office/drawing/2014/main" xmlns="" id="{B0ACCAE6-C0CE-BC40-76B0-4E5CF8030B55}"/>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xmlns="" id="{A95C3E0C-58EF-D2CD-F0DE-C6EC49B86CCC}"/>
              </a:ext>
            </a:extLst>
          </p:cNvPr>
          <p:cNvSpPr>
            <a:spLocks noGrp="1"/>
          </p:cNvSpPr>
          <p:nvPr>
            <p:ph sz="quarter" idx="13" hasCustomPrompt="1"/>
          </p:nvPr>
        </p:nvSpPr>
        <p:spPr>
          <a:xfrm>
            <a:off x="0"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2" name="Date Placeholder 3">
            <a:extLst>
              <a:ext uri="{FF2B5EF4-FFF2-40B4-BE49-F238E27FC236}">
                <a16:creationId xmlns:a16="http://schemas.microsoft.com/office/drawing/2014/main" xmlns="" id="{D655B7A7-70D5-BACE-2BCD-3388773C761F}"/>
              </a:ext>
            </a:extLst>
          </p:cNvPr>
          <p:cNvSpPr>
            <a:spLocks noGrp="1"/>
          </p:cNvSpPr>
          <p:nvPr>
            <p:ph type="dt" sz="half" idx="10"/>
          </p:nvPr>
        </p:nvSpPr>
        <p:spPr>
          <a:xfrm>
            <a:off x="6217920" y="6397341"/>
            <a:ext cx="5332001" cy="365125"/>
          </a:xfrm>
        </p:spPr>
        <p:txBody>
          <a:bodyPr anchor="b"/>
          <a:lstStyle/>
          <a:p>
            <a:endParaRPr lang="en-US" dirty="0"/>
          </a:p>
        </p:txBody>
      </p:sp>
      <p:sp>
        <p:nvSpPr>
          <p:cNvPr id="9" name="Slide Number Placeholder 5">
            <a:extLst>
              <a:ext uri="{FF2B5EF4-FFF2-40B4-BE49-F238E27FC236}">
                <a16:creationId xmlns:a16="http://schemas.microsoft.com/office/drawing/2014/main" xmlns="" id="{6D55F0BA-717A-1EE4-7566-EDBF25121DCD}"/>
              </a:ext>
            </a:extLst>
          </p:cNvPr>
          <p:cNvSpPr>
            <a:spLocks noGrp="1"/>
          </p:cNvSpPr>
          <p:nvPr>
            <p:ph type="sldNum" sz="quarter" idx="12"/>
          </p:nvPr>
        </p:nvSpPr>
        <p:spPr>
          <a:xfrm>
            <a:off x="11762793" y="6397341"/>
            <a:ext cx="429207" cy="365125"/>
          </a:xfrm>
        </p:spPr>
        <p:txBody>
          <a:bodyPr anchor="b"/>
          <a:lstStyle/>
          <a:p>
            <a:fld id="{CC057153-B650-4DEB-B370-79DDCFDCE934}" type="slidenum">
              <a:rPr lang="en-US" smtClean="0"/>
              <a:t>‹#›</a:t>
            </a:fld>
            <a:endParaRPr lang="en-US" dirty="0"/>
          </a:p>
        </p:txBody>
      </p:sp>
    </p:spTree>
    <p:extLst>
      <p:ext uri="{BB962C8B-B14F-4D97-AF65-F5344CB8AC3E}">
        <p14:creationId xmlns:p14="http://schemas.microsoft.com/office/powerpoint/2010/main" val="445488045"/>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12FA0A-1F7B-DD41-ECED-02B60BC46B10}"/>
              </a:ext>
            </a:extLst>
          </p:cNvPr>
          <p:cNvSpPr>
            <a:spLocks noGrp="1"/>
          </p:cNvSpPr>
          <p:nvPr>
            <p:ph type="title" hasCustomPrompt="1"/>
          </p:nvPr>
        </p:nvSpPr>
        <p:spPr>
          <a:xfrm>
            <a:off x="0" y="5400504"/>
            <a:ext cx="7462853" cy="1443156"/>
          </a:xfrm>
        </p:spPr>
        <p:txBody>
          <a:bodyPr anchor="b" anchorCtr="0">
            <a:normAutofit/>
          </a:bodyPr>
          <a:lstStyle>
            <a:lvl1pPr>
              <a:lnSpc>
                <a:spcPct val="120000"/>
              </a:lnSpc>
              <a:defRPr sz="16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xmlns="" id="{A14BE2EA-8E1E-E2DA-5CCF-46908B013BF2}"/>
              </a:ext>
            </a:extLst>
          </p:cNvPr>
          <p:cNvSpPr>
            <a:spLocks noGrp="1"/>
          </p:cNvSpPr>
          <p:nvPr>
            <p:ph sz="quarter" idx="13" hasCustomPrompt="1"/>
          </p:nvPr>
        </p:nvSpPr>
        <p:spPr>
          <a:xfrm>
            <a:off x="-18288" y="91440"/>
            <a:ext cx="7490285" cy="502920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dirty="0"/>
              <a:t>Click to add Quote</a:t>
            </a:r>
          </a:p>
        </p:txBody>
      </p:sp>
      <p:sp>
        <p:nvSpPr>
          <p:cNvPr id="8" name="Slide Number Placeholder 5">
            <a:extLst>
              <a:ext uri="{FF2B5EF4-FFF2-40B4-BE49-F238E27FC236}">
                <a16:creationId xmlns:a16="http://schemas.microsoft.com/office/drawing/2014/main" xmlns="" id="{3C6CA867-0594-FF63-2A8A-31E617CF8B81}"/>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9100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12FA0A-1F7B-DD41-ECED-02B60BC46B10}"/>
              </a:ext>
            </a:extLst>
          </p:cNvPr>
          <p:cNvSpPr>
            <a:spLocks noGrp="1"/>
          </p:cNvSpPr>
          <p:nvPr>
            <p:ph type="title" hasCustomPrompt="1"/>
          </p:nvPr>
        </p:nvSpPr>
        <p:spPr>
          <a:xfrm>
            <a:off x="6002866" y="5117083"/>
            <a:ext cx="6053559" cy="1618489"/>
          </a:xfrm>
        </p:spPr>
        <p:txBody>
          <a:bodyPr anchor="b" anchorCtr="0">
            <a:normAutofit/>
          </a:bodyPr>
          <a:lstStyle>
            <a:lvl1pPr>
              <a:lnSpc>
                <a:spcPct val="80000"/>
              </a:lnSpc>
              <a:defRPr sz="2000" spc="0" baseline="0">
                <a:solidFill>
                  <a:schemeClr val="tx1"/>
                </a:solidFill>
                <a:latin typeface="+mn-lt"/>
              </a:defRPr>
            </a:lvl1pPr>
          </a:lstStyle>
          <a:p>
            <a:r>
              <a:rPr lang="en-US" dirty="0"/>
              <a:t>Quote Author</a:t>
            </a:r>
          </a:p>
        </p:txBody>
      </p:sp>
      <p:pic>
        <p:nvPicPr>
          <p:cNvPr id="3" name="Graphic 2">
            <a:extLst>
              <a:ext uri="{FF2B5EF4-FFF2-40B4-BE49-F238E27FC236}">
                <a16:creationId xmlns:a16="http://schemas.microsoft.com/office/drawing/2014/main" xmlns="" id="{7B90859F-C81D-2CBA-0268-040BF6276E3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30461" y="5902452"/>
            <a:ext cx="731520" cy="731520"/>
          </a:xfrm>
          <a:prstGeom prst="rect">
            <a:avLst/>
          </a:prstGeom>
        </p:spPr>
      </p:pic>
      <p:sp>
        <p:nvSpPr>
          <p:cNvPr id="5" name="Footer Placeholder 4">
            <a:extLst>
              <a:ext uri="{FF2B5EF4-FFF2-40B4-BE49-F238E27FC236}">
                <a16:creationId xmlns:a16="http://schemas.microsoft.com/office/drawing/2014/main" xmlns="" id="{3E1BFC28-1FE6-202E-4C75-F59AA5769128}"/>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4" name="Date Placeholder 3">
            <a:extLst>
              <a:ext uri="{FF2B5EF4-FFF2-40B4-BE49-F238E27FC236}">
                <a16:creationId xmlns:a16="http://schemas.microsoft.com/office/drawing/2014/main" xmlns="" id="{45652F0F-1439-960F-9C3A-9343AACF5CF7}"/>
              </a:ext>
            </a:extLst>
          </p:cNvPr>
          <p:cNvSpPr>
            <a:spLocks noGrp="1"/>
          </p:cNvSpPr>
          <p:nvPr>
            <p:ph type="dt" sz="half" idx="10"/>
          </p:nvPr>
        </p:nvSpPr>
        <p:spPr>
          <a:xfrm>
            <a:off x="6217920" y="100701"/>
            <a:ext cx="5332001" cy="365125"/>
          </a:xfrm>
        </p:spPr>
        <p:txBody>
          <a:bodyPr/>
          <a:lstStyle/>
          <a:p>
            <a:endParaRPr lang="en-US" dirty="0"/>
          </a:p>
        </p:txBody>
      </p:sp>
      <p:sp>
        <p:nvSpPr>
          <p:cNvPr id="6" name="Slide Number Placeholder 5">
            <a:extLst>
              <a:ext uri="{FF2B5EF4-FFF2-40B4-BE49-F238E27FC236}">
                <a16:creationId xmlns:a16="http://schemas.microsoft.com/office/drawing/2014/main" xmlns="" id="{25272698-4711-8849-0363-3DFE78138D32}"/>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xmlns="" id="{A14BE2EA-8E1E-E2DA-5CCF-46908B013BF2}"/>
              </a:ext>
            </a:extLst>
          </p:cNvPr>
          <p:cNvSpPr>
            <a:spLocks noGrp="1"/>
          </p:cNvSpPr>
          <p:nvPr>
            <p:ph sz="quarter" idx="13" hasCustomPrompt="1"/>
          </p:nvPr>
        </p:nvSpPr>
        <p:spPr>
          <a:xfrm>
            <a:off x="5967194" y="1040130"/>
            <a:ext cx="6089232" cy="3694174"/>
          </a:xfrm>
        </p:spPr>
        <p:txBody>
          <a:bodyPr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15308935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xmlns="" id="{6D1F904E-1F4C-373E-2E2B-D7478F70F195}"/>
              </a:ext>
            </a:extLst>
          </p:cNvPr>
          <p:cNvSpPr>
            <a:spLocks noGrp="1"/>
          </p:cNvSpPr>
          <p:nvPr>
            <p:ph type="title"/>
          </p:nvPr>
        </p:nvSpPr>
        <p:spPr>
          <a:xfrm>
            <a:off x="502920" y="644663"/>
            <a:ext cx="11045952" cy="1088358"/>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xmlns="" id="{6B968DDD-323F-89A1-84E3-DDBA626D9386}"/>
              </a:ext>
            </a:extLst>
          </p:cNvPr>
          <p:cNvSpPr>
            <a:spLocks noGrp="1"/>
          </p:cNvSpPr>
          <p:nvPr>
            <p:ph type="ftr" sz="quarter" idx="11"/>
          </p:nvPr>
        </p:nvSpPr>
        <p:spPr>
          <a:xfrm>
            <a:off x="530352" y="109728"/>
            <a:ext cx="5276852" cy="365125"/>
          </a:xfrm>
        </p:spPr>
        <p:txBody>
          <a:bodyPr/>
          <a:lstStyle/>
          <a:p>
            <a:r>
              <a:rPr lang="en-US" dirty="0"/>
              <a:t>Sample footer text</a:t>
            </a:r>
          </a:p>
        </p:txBody>
      </p:sp>
      <p:sp>
        <p:nvSpPr>
          <p:cNvPr id="3" name="Date Placeholder 2">
            <a:extLst>
              <a:ext uri="{FF2B5EF4-FFF2-40B4-BE49-F238E27FC236}">
                <a16:creationId xmlns:a16="http://schemas.microsoft.com/office/drawing/2014/main" xmlns="" id="{E89E8268-7232-2944-F1BD-399F9419B56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xmlns="" id="{98FBDC76-671D-1671-DCE2-D5658BD40E29}"/>
              </a:ext>
            </a:extLst>
          </p:cNvPr>
          <p:cNvSpPr>
            <a:spLocks noGrp="1"/>
          </p:cNvSpPr>
          <p:nvPr>
            <p:ph type="sldNum" sz="quarter" idx="12"/>
          </p:nvPr>
        </p:nvSpPr>
        <p:spPr>
          <a:xfrm>
            <a:off x="11231928" y="110364"/>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6287136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xmlns="" id="{1AD1B27E-1142-7BB8-1DE8-D31FA8AA8F10}"/>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5" name="Date Placeholder 3">
            <a:extLst>
              <a:ext uri="{FF2B5EF4-FFF2-40B4-BE49-F238E27FC236}">
                <a16:creationId xmlns:a16="http://schemas.microsoft.com/office/drawing/2014/main" xmlns="" id="{D900E2BC-FCC7-E994-4648-A42CDE518612}"/>
              </a:ext>
            </a:extLst>
          </p:cNvPr>
          <p:cNvSpPr>
            <a:spLocks noGrp="1"/>
          </p:cNvSpPr>
          <p:nvPr>
            <p:ph type="dt" sz="half" idx="10"/>
          </p:nvPr>
        </p:nvSpPr>
        <p:spPr>
          <a:xfrm>
            <a:off x="6217920" y="100701"/>
            <a:ext cx="5332001" cy="365125"/>
          </a:xfrm>
        </p:spPr>
        <p:txBody>
          <a:bodyPr/>
          <a:lstStyle/>
          <a:p>
            <a:endParaRPr lang="en-US" dirty="0"/>
          </a:p>
        </p:txBody>
      </p:sp>
      <p:sp>
        <p:nvSpPr>
          <p:cNvPr id="7" name="Slide Number Placeholder 5">
            <a:extLst>
              <a:ext uri="{FF2B5EF4-FFF2-40B4-BE49-F238E27FC236}">
                <a16:creationId xmlns:a16="http://schemas.microsoft.com/office/drawing/2014/main" xmlns="" id="{9E211A59-CFA8-A0B1-4A4C-E446F90726C5}"/>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378500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50C37F-77BE-E128-4248-D001C39E79C6}"/>
              </a:ext>
            </a:extLst>
          </p:cNvPr>
          <p:cNvSpPr>
            <a:spLocks noGrp="1"/>
          </p:cNvSpPr>
          <p:nvPr>
            <p:ph type="title"/>
          </p:nvPr>
        </p:nvSpPr>
        <p:spPr>
          <a:xfrm>
            <a:off x="0" y="1005840"/>
            <a:ext cx="4387515" cy="2266749"/>
          </a:xfrm>
        </p:spPr>
        <p:txBody>
          <a:bodyPr anchor="t">
            <a:noAutofit/>
          </a:bodyPr>
          <a:lstStyle>
            <a:lvl1pPr>
              <a:defRPr sz="5600"/>
            </a:lvl1pPr>
          </a:lstStyle>
          <a:p>
            <a:r>
              <a:rPr lang="en-US" dirty="0"/>
              <a:t>Click to edit Master title style</a:t>
            </a:r>
          </a:p>
        </p:txBody>
      </p:sp>
      <p:sp>
        <p:nvSpPr>
          <p:cNvPr id="9" name="Footer Placeholder 4">
            <a:extLst>
              <a:ext uri="{FF2B5EF4-FFF2-40B4-BE49-F238E27FC236}">
                <a16:creationId xmlns:a16="http://schemas.microsoft.com/office/drawing/2014/main" xmlns="" id="{3BF49C86-6C0C-1FF8-95FA-97DFDF9DAFB3}"/>
              </a:ext>
            </a:extLst>
          </p:cNvPr>
          <p:cNvSpPr>
            <a:spLocks noGrp="1"/>
          </p:cNvSpPr>
          <p:nvPr>
            <p:ph type="ftr" sz="quarter" idx="11"/>
          </p:nvPr>
        </p:nvSpPr>
        <p:spPr>
          <a:xfrm>
            <a:off x="0" y="100701"/>
            <a:ext cx="5898630" cy="365125"/>
          </a:xfrm>
        </p:spPr>
        <p:txBody>
          <a:bodyPr/>
          <a:lstStyle/>
          <a:p>
            <a:r>
              <a:rPr lang="en-US" dirty="0"/>
              <a:t>Sample footer text</a:t>
            </a:r>
          </a:p>
        </p:txBody>
      </p:sp>
      <p:sp>
        <p:nvSpPr>
          <p:cNvPr id="8" name="Date Placeholder 3">
            <a:extLst>
              <a:ext uri="{FF2B5EF4-FFF2-40B4-BE49-F238E27FC236}">
                <a16:creationId xmlns:a16="http://schemas.microsoft.com/office/drawing/2014/main" xmlns="" id="{967C0644-E9CA-553A-9682-88BC00D2C9A7}"/>
              </a:ext>
            </a:extLst>
          </p:cNvPr>
          <p:cNvSpPr>
            <a:spLocks noGrp="1"/>
          </p:cNvSpPr>
          <p:nvPr>
            <p:ph type="dt" sz="half" idx="10"/>
          </p:nvPr>
        </p:nvSpPr>
        <p:spPr>
          <a:xfrm>
            <a:off x="6217920" y="100701"/>
            <a:ext cx="5332001" cy="365125"/>
          </a:xfrm>
        </p:spPr>
        <p:txBody>
          <a:bodyPr/>
          <a:lstStyle/>
          <a:p>
            <a:endParaRPr lang="en-US" dirty="0"/>
          </a:p>
        </p:txBody>
      </p:sp>
      <p:sp>
        <p:nvSpPr>
          <p:cNvPr id="10" name="Slide Number Placeholder 5">
            <a:extLst>
              <a:ext uri="{FF2B5EF4-FFF2-40B4-BE49-F238E27FC236}">
                <a16:creationId xmlns:a16="http://schemas.microsoft.com/office/drawing/2014/main" xmlns="" id="{671DEEC6-473A-E958-E22B-4390511AE150}"/>
              </a:ext>
            </a:extLst>
          </p:cNvPr>
          <p:cNvSpPr>
            <a:spLocks noGrp="1"/>
          </p:cNvSpPr>
          <p:nvPr>
            <p:ph type="sldNum" sz="quarter" idx="12"/>
          </p:nvPr>
        </p:nvSpPr>
        <p:spPr>
          <a:xfrm>
            <a:off x="11762793" y="100701"/>
            <a:ext cx="429207" cy="365125"/>
          </a:xfrm>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xmlns="" id="{EC0EEBFB-2026-6A35-33ED-F008376B67A0}"/>
              </a:ext>
            </a:extLst>
          </p:cNvPr>
          <p:cNvSpPr>
            <a:spLocks noGrp="1"/>
          </p:cNvSpPr>
          <p:nvPr>
            <p:ph type="body" sz="half" idx="2"/>
          </p:nvPr>
        </p:nvSpPr>
        <p:spPr>
          <a:xfrm>
            <a:off x="-1" y="3951334"/>
            <a:ext cx="4387515" cy="2809615"/>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xmlns="" id="{2F3B20A8-A604-C977-02C0-083BA8663484}"/>
              </a:ext>
            </a:extLst>
          </p:cNvPr>
          <p:cNvSpPr>
            <a:spLocks noGrp="1"/>
          </p:cNvSpPr>
          <p:nvPr>
            <p:ph idx="1"/>
          </p:nvPr>
        </p:nvSpPr>
        <p:spPr>
          <a:xfrm>
            <a:off x="4884821" y="1005840"/>
            <a:ext cx="7217472" cy="5755109"/>
          </a:xfrm>
        </p:spPr>
        <p:txBody>
          <a:bodyPr>
            <a:normAutofit/>
          </a:bodyPr>
          <a:lstStyle>
            <a:lvl1pPr>
              <a:defRPr sz="14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656749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0" y="1748588"/>
            <a:ext cx="5895375" cy="5109411"/>
          </a:xfrm>
        </p:spPr>
        <p:txBody>
          <a:bodyPr anchor="b">
            <a:noAutofit/>
          </a:bodyPr>
          <a:lstStyle>
            <a:lvl1pPr>
              <a:defRPr sz="5600"/>
            </a:lvl1pPr>
          </a:lstStyle>
          <a:p>
            <a:r>
              <a:rPr lang="en-US" dirty="0"/>
              <a:t>Click to edit Master title style</a:t>
            </a:r>
          </a:p>
        </p:txBody>
      </p:sp>
      <p:sp>
        <p:nvSpPr>
          <p:cNvPr id="7" name="Content Placeholder 6">
            <a:extLst>
              <a:ext uri="{FF2B5EF4-FFF2-40B4-BE49-F238E27FC236}">
                <a16:creationId xmlns:a16="http://schemas.microsoft.com/office/drawing/2014/main" xmlns="" id="{053FFEDA-E57B-DF13-2394-A1514E15F85A}"/>
              </a:ext>
            </a:extLst>
          </p:cNvPr>
          <p:cNvSpPr>
            <a:spLocks noGrp="1"/>
          </p:cNvSpPr>
          <p:nvPr>
            <p:ph sz="quarter" idx="14"/>
          </p:nvPr>
        </p:nvSpPr>
        <p:spPr>
          <a:xfrm>
            <a:off x="0" y="94648"/>
            <a:ext cx="4572000" cy="1276952"/>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10">
            <a:extLst>
              <a:ext uri="{FF2B5EF4-FFF2-40B4-BE49-F238E27FC236}">
                <a16:creationId xmlns:a16="http://schemas.microsoft.com/office/drawing/2014/main" xmlns="" id="{08FD5A0C-3984-4E77-6D88-7812D8F2B191}"/>
              </a:ext>
            </a:extLst>
          </p:cNvPr>
          <p:cNvSpPr>
            <a:spLocks noGrp="1"/>
          </p:cNvSpPr>
          <p:nvPr>
            <p:ph type="pic" sz="quarter" idx="13"/>
          </p:nvPr>
        </p:nvSpPr>
        <p:spPr>
          <a:xfrm>
            <a:off x="6096000" y="0"/>
            <a:ext cx="6096000" cy="6858000"/>
          </a:xfrm>
          <a:blipFill>
            <a:blip r:embed="rId2">
              <a:alphaModFix amt="70000"/>
            </a:blip>
            <a:stretch>
              <a:fillRect/>
            </a:stretch>
          </a:blipFill>
        </p:spPr>
        <p:txBody>
          <a:bodyPr/>
          <a:lstStyle/>
          <a:p>
            <a:endParaRPr lang="en-US" dirty="0"/>
          </a:p>
        </p:txBody>
      </p:sp>
      <p:pic>
        <p:nvPicPr>
          <p:cNvPr id="8" name="Graphic 7">
            <a:extLst>
              <a:ext uri="{FF2B5EF4-FFF2-40B4-BE49-F238E27FC236}">
                <a16:creationId xmlns:a16="http://schemas.microsoft.com/office/drawing/2014/main" xmlns="" id="{A4D56FA5-6B2C-25FC-5C75-51C0FD7A0850}"/>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5163855" y="94648"/>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dirty="0"/>
              <a:t>Click to edit Master title style</a:t>
            </a:r>
          </a:p>
        </p:txBody>
      </p:sp>
      <p:sp>
        <p:nvSpPr>
          <p:cNvPr id="8" name="Content Placeholder 7">
            <a:extLst>
              <a:ext uri="{FF2B5EF4-FFF2-40B4-BE49-F238E27FC236}">
                <a16:creationId xmlns:a16="http://schemas.microsoft.com/office/drawing/2014/main" xmlns=""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5">
            <a:extLst>
              <a:ext uri="{FF2B5EF4-FFF2-40B4-BE49-F238E27FC236}">
                <a16:creationId xmlns:a16="http://schemas.microsoft.com/office/drawing/2014/main" xmlns="" id="{BD7A9B30-35AB-D437-5276-473CFE5169DF}"/>
              </a:ext>
            </a:extLst>
          </p:cNvPr>
          <p:cNvSpPr>
            <a:spLocks noGrp="1"/>
          </p:cNvSpPr>
          <p:nvPr>
            <p:ph type="ftr" sz="quarter" idx="16"/>
          </p:nvPr>
        </p:nvSpPr>
        <p:spPr>
          <a:xfrm>
            <a:off x="545926" y="6438284"/>
            <a:ext cx="5276852" cy="365125"/>
          </a:xfrm>
        </p:spPr>
        <p:txBody>
          <a:bodyPr/>
          <a:lstStyle/>
          <a:p>
            <a:r>
              <a:rPr lang="en-US" dirty="0"/>
              <a:t>Sample footer text</a:t>
            </a:r>
          </a:p>
        </p:txBody>
      </p:sp>
      <p:sp>
        <p:nvSpPr>
          <p:cNvPr id="4" name="Date Placeholder 4">
            <a:extLst>
              <a:ext uri="{FF2B5EF4-FFF2-40B4-BE49-F238E27FC236}">
                <a16:creationId xmlns:a16="http://schemas.microsoft.com/office/drawing/2014/main" xmlns="" id="{0D033E8C-C8B6-A9F1-6B99-0610AEC435CB}"/>
              </a:ext>
            </a:extLst>
          </p:cNvPr>
          <p:cNvSpPr>
            <a:spLocks noGrp="1"/>
          </p:cNvSpPr>
          <p:nvPr>
            <p:ph type="dt" sz="half" idx="15"/>
          </p:nvPr>
        </p:nvSpPr>
        <p:spPr>
          <a:xfrm>
            <a:off x="6190488" y="6432496"/>
            <a:ext cx="2544079" cy="365125"/>
          </a:xfrm>
        </p:spPr>
        <p:txBody>
          <a:bodyPr/>
          <a:lstStyle/>
          <a:p>
            <a:endParaRPr lang="en-US" dirty="0"/>
          </a:p>
        </p:txBody>
      </p:sp>
      <p:sp>
        <p:nvSpPr>
          <p:cNvPr id="6" name="Slide Number Placeholder 6">
            <a:extLst>
              <a:ext uri="{FF2B5EF4-FFF2-40B4-BE49-F238E27FC236}">
                <a16:creationId xmlns:a16="http://schemas.microsoft.com/office/drawing/2014/main" xmlns="" id="{09C00759-43C5-D4A5-6597-C9F31C4DA2AA}"/>
              </a:ext>
            </a:extLst>
          </p:cNvPr>
          <p:cNvSpPr>
            <a:spLocks noGrp="1"/>
          </p:cNvSpPr>
          <p:nvPr>
            <p:ph type="sldNum" sz="quarter" idx="17"/>
          </p:nvPr>
        </p:nvSpPr>
        <p:spPr>
          <a:xfrm>
            <a:off x="11099128" y="6438284"/>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4945589"/>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dirty="0"/>
              <a:t>Click to edit Master title style</a:t>
            </a:r>
          </a:p>
        </p:txBody>
      </p:sp>
      <p:sp>
        <p:nvSpPr>
          <p:cNvPr id="9" name="Footer Placeholder 4">
            <a:extLst>
              <a:ext uri="{FF2B5EF4-FFF2-40B4-BE49-F238E27FC236}">
                <a16:creationId xmlns:a16="http://schemas.microsoft.com/office/drawing/2014/main" xmlns="" id="{C9D34928-44CA-ACCE-36AD-37689020A379}"/>
              </a:ext>
            </a:extLst>
          </p:cNvPr>
          <p:cNvSpPr>
            <a:spLocks noGrp="1"/>
          </p:cNvSpPr>
          <p:nvPr>
            <p:ph type="ftr" sz="quarter" idx="11"/>
          </p:nvPr>
        </p:nvSpPr>
        <p:spPr>
          <a:xfrm>
            <a:off x="536906" y="100701"/>
            <a:ext cx="5361724" cy="365125"/>
          </a:xfrm>
        </p:spPr>
        <p:txBody>
          <a:bodyPr/>
          <a:lstStyle/>
          <a:p>
            <a:r>
              <a:rPr lang="en-US" dirty="0"/>
              <a:t>Sample footer text</a:t>
            </a:r>
          </a:p>
        </p:txBody>
      </p:sp>
      <p:sp>
        <p:nvSpPr>
          <p:cNvPr id="8" name="Date Placeholder 3">
            <a:extLst>
              <a:ext uri="{FF2B5EF4-FFF2-40B4-BE49-F238E27FC236}">
                <a16:creationId xmlns:a16="http://schemas.microsoft.com/office/drawing/2014/main" xmlns="" id="{B6F43E62-A9B0-571B-E3BD-354206A884CF}"/>
              </a:ext>
            </a:extLst>
          </p:cNvPr>
          <p:cNvSpPr>
            <a:spLocks noGrp="1"/>
          </p:cNvSpPr>
          <p:nvPr>
            <p:ph type="dt" sz="half" idx="10"/>
          </p:nvPr>
        </p:nvSpPr>
        <p:spPr>
          <a:xfrm>
            <a:off x="6217921" y="100701"/>
            <a:ext cx="2526030" cy="365125"/>
          </a:xfrm>
        </p:spPr>
        <p:txBody>
          <a:bodyPr/>
          <a:lstStyle/>
          <a:p>
            <a:endParaRPr lang="en-US" dirty="0"/>
          </a:p>
        </p:txBody>
      </p:sp>
      <p:sp>
        <p:nvSpPr>
          <p:cNvPr id="7" name="Content Placeholder 6">
            <a:extLst>
              <a:ext uri="{FF2B5EF4-FFF2-40B4-BE49-F238E27FC236}">
                <a16:creationId xmlns:a16="http://schemas.microsoft.com/office/drawing/2014/main" xmlns=""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xmlns="" id="{4BF72154-F85B-E301-DA57-E314D7315916}"/>
              </a:ext>
            </a:extLst>
          </p:cNvPr>
          <p:cNvSpPr>
            <a:spLocks noGrp="1"/>
          </p:cNvSpPr>
          <p:nvPr>
            <p:ph type="sldNum" sz="quarter" idx="12"/>
          </p:nvPr>
        </p:nvSpPr>
        <p:spPr>
          <a:xfrm>
            <a:off x="11762793" y="6392174"/>
            <a:ext cx="429207" cy="365125"/>
          </a:xfrm>
        </p:spPr>
        <p:txBody>
          <a:bodyPr anchor="b"/>
          <a:lstStyle/>
          <a:p>
            <a:fld id="{CC057153-B650-4DEB-B370-79DDCFDCE934}" type="slidenum">
              <a:rPr lang="en-US" smtClean="0"/>
              <a:t>‹#›</a:t>
            </a:fld>
            <a:endParaRPr lang="en-US" dirty="0"/>
          </a:p>
        </p:txBody>
      </p:sp>
      <p:sp>
        <p:nvSpPr>
          <p:cNvPr id="3" name="Oval 2">
            <a:extLst>
              <a:ext uri="{FF2B5EF4-FFF2-40B4-BE49-F238E27FC236}">
                <a16:creationId xmlns:a16="http://schemas.microsoft.com/office/drawing/2014/main" xmlns="" id="{D3CF16D9-01F3-6CE6-7291-C344E099BBD0}"/>
              </a:ext>
            </a:extLst>
          </p:cNvPr>
          <p:cNvSpPr/>
          <p:nvPr userDrawn="1"/>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4220374"/>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8589" y="358111"/>
            <a:ext cx="11012131" cy="1018035"/>
          </a:xfrm>
        </p:spPr>
        <p:txBody>
          <a:bodyPr>
            <a:normAutofit/>
          </a:bodyPr>
          <a:lstStyle>
            <a:lvl1pPr algn="r">
              <a:defRPr sz="4800" baseline="0">
                <a:solidFill>
                  <a:schemeClr val="bg1"/>
                </a:solidFill>
                <a:effectLst>
                  <a:outerShdw blurRad="50800" dist="38100" dir="2700000" algn="tl" rotWithShape="0">
                    <a:prstClr val="black">
                      <a:alpha val="40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618285" y="1887795"/>
            <a:ext cx="10994760" cy="4483507"/>
          </a:xfrm>
        </p:spPr>
        <p:txBody>
          <a:bodyPr/>
          <a:lstStyle>
            <a:lvl1pPr algn="l">
              <a:defRPr sz="3733">
                <a:solidFill>
                  <a:srgbClr val="0000CC"/>
                </a:solidFill>
              </a:defRPr>
            </a:lvl1pPr>
            <a:lvl2pPr algn="l">
              <a:defRPr>
                <a:solidFill>
                  <a:srgbClr val="0000CC"/>
                </a:solidFill>
              </a:defRPr>
            </a:lvl2pPr>
            <a:lvl3pPr algn="l">
              <a:defRPr>
                <a:solidFill>
                  <a:srgbClr val="0000CC"/>
                </a:solidFill>
              </a:defRPr>
            </a:lvl3pPr>
            <a:lvl4pPr algn="l">
              <a:defRPr>
                <a:solidFill>
                  <a:srgbClr val="0000CC"/>
                </a:solidFill>
              </a:defRPr>
            </a:lvl4pPr>
            <a:lvl5pPr algn="l">
              <a:defRPr>
                <a:solidFill>
                  <a:srgbClr val="0000CC"/>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CD53DE2-70A9-4CB8-9CAB-1F07C00C2FFB}" type="datetime1">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a:t>
            </a:fld>
            <a:endParaRPr lang="en-US"/>
          </a:p>
        </p:txBody>
      </p:sp>
    </p:spTree>
    <p:extLst>
      <p:ext uri="{BB962C8B-B14F-4D97-AF65-F5344CB8AC3E}">
        <p14:creationId xmlns:p14="http://schemas.microsoft.com/office/powerpoint/2010/main" val="151690885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dirty="0"/>
              <a:t>Click to edit Master title style</a:t>
            </a:r>
          </a:p>
        </p:txBody>
      </p:sp>
      <p:sp>
        <p:nvSpPr>
          <p:cNvPr id="4" name="Date Placeholder 3">
            <a:extLst>
              <a:ext uri="{FF2B5EF4-FFF2-40B4-BE49-F238E27FC236}">
                <a16:creationId xmlns:a16="http://schemas.microsoft.com/office/drawing/2014/main" xmlns=""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dirty="0"/>
          </a:p>
        </p:txBody>
      </p:sp>
      <p:sp>
        <p:nvSpPr>
          <p:cNvPr id="5" name="Footer Placeholder 4">
            <a:extLst>
              <a:ext uri="{FF2B5EF4-FFF2-40B4-BE49-F238E27FC236}">
                <a16:creationId xmlns:a16="http://schemas.microsoft.com/office/drawing/2014/main" xmlns=""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xmlns=""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xmlns=""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852" r:id="rId1"/>
    <p:sldLayoutId id="2147483851" r:id="rId2"/>
    <p:sldLayoutId id="2147483784" r:id="rId3"/>
    <p:sldLayoutId id="2147483785" r:id="rId4"/>
    <p:sldLayoutId id="2147483831" r:id="rId5"/>
    <p:sldLayoutId id="2147483783" r:id="rId6"/>
    <p:sldLayoutId id="2147483786" r:id="rId7"/>
    <p:sldLayoutId id="2147483787" r:id="rId8"/>
    <p:sldLayoutId id="2147483788" r:id="rId9"/>
    <p:sldLayoutId id="2147483789" r:id="rId10"/>
    <p:sldLayoutId id="2147483853" r:id="rId11"/>
    <p:sldLayoutId id="2147483858" r:id="rId12"/>
    <p:sldLayoutId id="2147483790" r:id="rId13"/>
    <p:sldLayoutId id="2147483838" r:id="rId14"/>
    <p:sldLayoutId id="2147483791" r:id="rId15"/>
    <p:sldLayoutId id="2147483839" r:id="rId16"/>
    <p:sldLayoutId id="2147483792" r:id="rId17"/>
    <p:sldLayoutId id="2147483793" r:id="rId18"/>
    <p:sldLayoutId id="2147483794" r:id="rId19"/>
    <p:sldLayoutId id="2147483795" r:id="rId20"/>
    <p:sldLayoutId id="2147483796" r:id="rId21"/>
    <p:sldLayoutId id="2147483797" r:id="rId22"/>
    <p:sldLayoutId id="2147483798" r:id="rId23"/>
    <p:sldLayoutId id="2147483799" r:id="rId24"/>
    <p:sldLayoutId id="2147483800" r:id="rId25"/>
    <p:sldLayoutId id="2147483801" r:id="rId26"/>
    <p:sldLayoutId id="2147483802" r:id="rId27"/>
    <p:sldLayoutId id="2147483803" r:id="rId28"/>
    <p:sldLayoutId id="2147483804" r:id="rId29"/>
    <p:sldLayoutId id="2147483805" r:id="rId30"/>
    <p:sldLayoutId id="2147483806" r:id="rId31"/>
    <p:sldLayoutId id="2147483808" r:id="rId32"/>
    <p:sldLayoutId id="2147483809" r:id="rId33"/>
    <p:sldLayoutId id="2147483810" r:id="rId34"/>
    <p:sldLayoutId id="2147483811" r:id="rId35"/>
    <p:sldLayoutId id="2147483812" r:id="rId36"/>
    <p:sldLayoutId id="2147483813" r:id="rId37"/>
    <p:sldLayoutId id="2147483855" r:id="rId38"/>
    <p:sldLayoutId id="2147483841" r:id="rId39"/>
    <p:sldLayoutId id="2147483842" r:id="rId40"/>
    <p:sldLayoutId id="2147483828" r:id="rId41"/>
    <p:sldLayoutId id="2147483814" r:id="rId42"/>
    <p:sldLayoutId id="2147483815" r:id="rId43"/>
    <p:sldLayoutId id="2147483816" r:id="rId44"/>
    <p:sldLayoutId id="2147483844" r:id="rId45"/>
    <p:sldLayoutId id="2147483817" r:id="rId46"/>
    <p:sldLayoutId id="2147483818" r:id="rId47"/>
    <p:sldLayoutId id="2147483819" r:id="rId48"/>
    <p:sldLayoutId id="2147483820" r:id="rId49"/>
    <p:sldLayoutId id="2147483821" r:id="rId50"/>
    <p:sldLayoutId id="2147483822" r:id="rId51"/>
    <p:sldLayoutId id="2147483847" r:id="rId52"/>
    <p:sldLayoutId id="2147483848" r:id="rId53"/>
    <p:sldLayoutId id="2147483825" r:id="rId54"/>
    <p:sldLayoutId id="2147483826" r:id="rId55"/>
    <p:sldLayoutId id="2147483827" r:id="rId56"/>
    <p:sldLayoutId id="2147483850" r:id="rId57"/>
    <p:sldLayoutId id="2147483829" r:id="rId58"/>
    <p:sldLayoutId id="2147483830" r:id="rId59"/>
    <p:sldLayoutId id="2147483859" r:id="rId60"/>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0.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0.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0.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xmlns="" id="{29AA623E-2BCD-A31E-FC8D-D70797770672}"/>
              </a:ext>
            </a:extLst>
          </p:cNvPr>
          <p:cNvSpPr>
            <a:spLocks noGrp="1"/>
          </p:cNvSpPr>
          <p:nvPr>
            <p:ph type="subTitle" idx="1"/>
          </p:nvPr>
        </p:nvSpPr>
        <p:spPr>
          <a:xfrm>
            <a:off x="0" y="4939257"/>
            <a:ext cx="5898630" cy="480373"/>
          </a:xfrm>
        </p:spPr>
        <p:txBody>
          <a:bodyPr anchor="t">
            <a:normAutofit/>
          </a:bodyPr>
          <a:lstStyle/>
          <a:p>
            <a:r>
              <a:rPr lang="en-US"/>
              <a:t>Beginner's overview of classic programming language fundamentals</a:t>
            </a:r>
          </a:p>
        </p:txBody>
      </p:sp>
      <p:pic>
        <p:nvPicPr>
          <p:cNvPr id="5" name="Picture Placeholder 4" descr="Program coding on a computer screen">
            <a:extLst>
              <a:ext uri="{FF2B5EF4-FFF2-40B4-BE49-F238E27FC236}">
                <a16:creationId xmlns:a16="http://schemas.microsoft.com/office/drawing/2014/main" xmlns="" id="{B8617392-1670-4F32-AE21-F974E12A4734}"/>
              </a:ext>
            </a:extLst>
          </p:cNvPr>
          <p:cNvPicPr>
            <a:picLocks noGrp="1" noChangeAspect="1"/>
          </p:cNvPicPr>
          <p:nvPr>
            <p:ph type="pic" sz="quarter" idx="13"/>
          </p:nvPr>
        </p:nvPicPr>
        <p:blipFill>
          <a:blip r:embed="rId3"/>
          <a:srcRect t="20603" b="20603"/>
          <a:stretch/>
        </p:blipFill>
        <p:spPr>
          <a:xfrm>
            <a:off x="908" y="-1"/>
            <a:ext cx="12190183" cy="4784036"/>
          </a:xfrm>
          <a:blipFill>
            <a:blip r:embed="rId4">
              <a:alphaModFix amt="70000"/>
            </a:blip>
            <a:stretch>
              <a:fillRect/>
            </a:stretch>
          </a:blipFill>
        </p:spPr>
      </p:pic>
      <p:sp>
        <p:nvSpPr>
          <p:cNvPr id="4" name="Title 3">
            <a:extLst>
              <a:ext uri="{FF2B5EF4-FFF2-40B4-BE49-F238E27FC236}">
                <a16:creationId xmlns:a16="http://schemas.microsoft.com/office/drawing/2014/main" xmlns="" id="{146F9C50-4438-2462-2782-1B591A9D4B16}"/>
              </a:ext>
            </a:extLst>
          </p:cNvPr>
          <p:cNvSpPr>
            <a:spLocks noGrp="1"/>
          </p:cNvSpPr>
          <p:nvPr>
            <p:ph type="title"/>
          </p:nvPr>
        </p:nvSpPr>
        <p:spPr>
          <a:xfrm>
            <a:off x="204270" y="5419630"/>
            <a:ext cx="11064365" cy="690896"/>
          </a:xfrm>
        </p:spPr>
        <p:txBody>
          <a:bodyPr anchor="b">
            <a:normAutofit/>
          </a:bodyPr>
          <a:lstStyle/>
          <a:p>
            <a:r>
              <a:rPr lang="en-US" sz="4000" b="1" dirty="0" smtClean="0"/>
              <a:t>Chapter 3:Introduction </a:t>
            </a:r>
            <a:r>
              <a:rPr lang="en-US" sz="4000" b="1" dirty="0"/>
              <a:t>to Visual Basic 6.0</a:t>
            </a:r>
          </a:p>
        </p:txBody>
      </p:sp>
      <p:sp>
        <p:nvSpPr>
          <p:cNvPr id="7" name="TextBox 6"/>
          <p:cNvSpPr txBox="1"/>
          <p:nvPr/>
        </p:nvSpPr>
        <p:spPr>
          <a:xfrm>
            <a:off x="8561295" y="6491605"/>
            <a:ext cx="3394444" cy="256545"/>
          </a:xfrm>
          <a:prstGeom prst="rect">
            <a:avLst/>
          </a:prstGeom>
          <a:solidFill>
            <a:schemeClr val="bg1"/>
          </a:solidFill>
        </p:spPr>
        <p:txBody>
          <a:bodyPr wrap="square" rtlCol="0">
            <a:spAutoFit/>
          </a:bodyPr>
          <a:lstStyle/>
          <a:p>
            <a:pPr algn="ctr"/>
            <a:r>
              <a:rPr lang="en-US" sz="1067" b="1" dirty="0">
                <a:latin typeface="Times New Roman" panose="02020603050405020304" pitchFamily="18" charset="0"/>
                <a:cs typeface="Times New Roman" panose="02020603050405020304" pitchFamily="18" charset="0"/>
              </a:rPr>
              <a:t>Compiled </a:t>
            </a:r>
            <a:r>
              <a:rPr lang="en-US" sz="1067" b="1" dirty="0" smtClean="0">
                <a:latin typeface="Times New Roman" panose="02020603050405020304" pitchFamily="18" charset="0"/>
                <a:cs typeface="Times New Roman" panose="02020603050405020304" pitchFamily="18" charset="0"/>
              </a:rPr>
              <a:t>by Ms. Dianne Sikinapi &amp;  </a:t>
            </a:r>
            <a:r>
              <a:rPr lang="en-US" sz="1067" b="1" dirty="0">
                <a:latin typeface="Times New Roman" panose="02020603050405020304" pitchFamily="18" charset="0"/>
                <a:cs typeface="Times New Roman" panose="02020603050405020304" pitchFamily="18" charset="0"/>
              </a:rPr>
              <a:t>Ms. </a:t>
            </a:r>
            <a:r>
              <a:rPr lang="en-US" sz="1067" b="1" dirty="0" smtClean="0">
                <a:latin typeface="Times New Roman" panose="02020603050405020304" pitchFamily="18" charset="0"/>
                <a:cs typeface="Times New Roman" panose="02020603050405020304" pitchFamily="18" charset="0"/>
              </a:rPr>
              <a:t>Odilia </a:t>
            </a:r>
            <a:r>
              <a:rPr lang="en-US" sz="1067" b="1" dirty="0" smtClean="0">
                <a:latin typeface="Times New Roman" panose="02020603050405020304" pitchFamily="18" charset="0"/>
                <a:cs typeface="Times New Roman" panose="02020603050405020304" pitchFamily="18" charset="0"/>
              </a:rPr>
              <a:t>Tita</a:t>
            </a:r>
            <a:endParaRPr lang="en-US" sz="1067"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4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D4D53F-73C5-F8EF-8FD4-2349033D23DC}"/>
              </a:ext>
            </a:extLst>
          </p:cNvPr>
          <p:cNvSpPr>
            <a:spLocks noGrp="1"/>
          </p:cNvSpPr>
          <p:nvPr>
            <p:ph type="title"/>
          </p:nvPr>
        </p:nvSpPr>
        <p:spPr>
          <a:xfrm>
            <a:off x="4281793" y="146662"/>
            <a:ext cx="7252710" cy="1138769"/>
          </a:xfrm>
        </p:spPr>
        <p:txBody>
          <a:bodyPr vert="horz" lIns="91440" tIns="45720" rIns="91440" bIns="45720" rtlCol="0" anchor="t">
            <a:normAutofit/>
          </a:bodyPr>
          <a:lstStyle/>
          <a:p>
            <a:r>
              <a:rPr lang="en-US" sz="3900" b="1" i="0" kern="1200" spc="-200" baseline="0" dirty="0">
                <a:latin typeface="+mn-lt"/>
                <a:ea typeface="+mj-ea"/>
                <a:cs typeface="+mj-cs"/>
              </a:rPr>
              <a:t>Introduction to Visual Basic 6.0</a:t>
            </a:r>
          </a:p>
        </p:txBody>
      </p:sp>
      <p:pic>
        <p:nvPicPr>
          <p:cNvPr id="4" name="Content Placeholder 3" descr="DNA code on large LED screen">
            <a:extLst>
              <a:ext uri="{FF2B5EF4-FFF2-40B4-BE49-F238E27FC236}">
                <a16:creationId xmlns:a16="http://schemas.microsoft.com/office/drawing/2014/main" xmlns="" id="{84B77B01-21F8-441B-BC3E-8C96E4240C5E}"/>
              </a:ext>
            </a:extLst>
          </p:cNvPr>
          <p:cNvPicPr>
            <a:picLocks noGrp="1" noChangeAspect="1"/>
          </p:cNvPicPr>
          <p:nvPr>
            <p:ph type="pic" sz="quarter" idx="13"/>
          </p:nvPr>
        </p:nvPicPr>
        <p:blipFill>
          <a:blip r:embed="rId3"/>
          <a:srcRect l="7894" r="52945" b="-2"/>
          <a:stretch>
            <a:fillRect/>
          </a:stretch>
        </p:blipFill>
        <p:spPr>
          <a:xfrm>
            <a:off x="20" y="1"/>
            <a:ext cx="4023340" cy="6858000"/>
          </a:xfrm>
        </p:spPr>
      </p:pic>
      <p:sp>
        <p:nvSpPr>
          <p:cNvPr id="5" name="TextBox 4">
            <a:extLst>
              <a:ext uri="{FF2B5EF4-FFF2-40B4-BE49-F238E27FC236}">
                <a16:creationId xmlns:a16="http://schemas.microsoft.com/office/drawing/2014/main" xmlns="" id="{B021B587-A2A2-49F7-B8F2-CE21C413FA8E}"/>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210477" y="806824"/>
            <a:ext cx="7225415" cy="4822259"/>
          </a:xfrm>
          <a:prstGeom prst="rect">
            <a:avLst/>
          </a:prstGeom>
        </p:spPr>
        <p:txBody>
          <a:bodyPr>
            <a:noAutofit/>
          </a:bodyPr>
          <a:lstStyle/>
          <a:p>
            <a:pPr marL="0" indent="0">
              <a:lnSpc>
                <a:spcPct val="90000"/>
              </a:lnSpc>
              <a:spcBef>
                <a:spcPts val="2500"/>
              </a:spcBef>
              <a:spcAft>
                <a:spcPts val="600"/>
              </a:spcAft>
              <a:buNone/>
            </a:pPr>
            <a:r>
              <a:rPr lang="en-US" sz="2000" b="1" dirty="0"/>
              <a:t>VB6 Overview and Popularity</a:t>
            </a:r>
          </a:p>
          <a:p>
            <a:pPr marL="0" lvl="1" indent="0">
              <a:lnSpc>
                <a:spcPct val="90000"/>
              </a:lnSpc>
              <a:spcBef>
                <a:spcPts val="1000"/>
              </a:spcBef>
              <a:spcAft>
                <a:spcPts val="600"/>
              </a:spcAft>
              <a:buNone/>
            </a:pPr>
            <a:r>
              <a:rPr lang="en-US" sz="2000" dirty="0"/>
              <a:t>VB6 is a 1998 programming language and IDE widely used for building Windows applications with easy GUI design.</a:t>
            </a:r>
          </a:p>
          <a:p>
            <a:pPr marL="0" indent="0">
              <a:lnSpc>
                <a:spcPct val="90000"/>
              </a:lnSpc>
              <a:spcBef>
                <a:spcPts val="2500"/>
              </a:spcBef>
              <a:spcAft>
                <a:spcPts val="600"/>
              </a:spcAft>
              <a:buNone/>
            </a:pPr>
            <a:r>
              <a:rPr lang="en-US" sz="2000" b="1" dirty="0"/>
              <a:t>Drag-and-Drop Design</a:t>
            </a:r>
          </a:p>
          <a:p>
            <a:pPr marL="0" lvl="1" indent="0">
              <a:lnSpc>
                <a:spcPct val="90000"/>
              </a:lnSpc>
              <a:spcBef>
                <a:spcPts val="1000"/>
              </a:spcBef>
              <a:spcAft>
                <a:spcPts val="600"/>
              </a:spcAft>
              <a:buNone/>
            </a:pPr>
            <a:r>
              <a:rPr lang="en-US" sz="2000" dirty="0"/>
              <a:t>VB6’s drag-and-drop feature enables rapid prototyping and deployment without extensive coding knowledge.</a:t>
            </a:r>
          </a:p>
          <a:p>
            <a:pPr marL="0" indent="0">
              <a:lnSpc>
                <a:spcPct val="90000"/>
              </a:lnSpc>
              <a:spcBef>
                <a:spcPts val="2500"/>
              </a:spcBef>
              <a:spcAft>
                <a:spcPts val="600"/>
              </a:spcAft>
              <a:buNone/>
            </a:pPr>
            <a:r>
              <a:rPr lang="en-US" sz="2000" b="1" dirty="0"/>
              <a:t>Event-Driven Programming</a:t>
            </a:r>
          </a:p>
          <a:p>
            <a:pPr marL="0" lvl="1" indent="0">
              <a:lnSpc>
                <a:spcPct val="90000"/>
              </a:lnSpc>
              <a:spcBef>
                <a:spcPts val="1000"/>
              </a:spcBef>
              <a:spcAft>
                <a:spcPts val="600"/>
              </a:spcAft>
              <a:buNone/>
            </a:pPr>
            <a:r>
              <a:rPr lang="en-US" sz="2000" dirty="0"/>
              <a:t>VB6 supports event-driven programming where controls respond to user actions like clicks and selections.</a:t>
            </a:r>
          </a:p>
          <a:p>
            <a:pPr marL="0" indent="0">
              <a:lnSpc>
                <a:spcPct val="90000"/>
              </a:lnSpc>
              <a:spcBef>
                <a:spcPts val="2500"/>
              </a:spcBef>
              <a:spcAft>
                <a:spcPts val="600"/>
              </a:spcAft>
              <a:buNone/>
            </a:pPr>
            <a:r>
              <a:rPr lang="en-US" sz="2000" b="1" dirty="0"/>
              <a:t>Legacy and Learning Value</a:t>
            </a:r>
          </a:p>
          <a:p>
            <a:pPr marL="0" lvl="1" indent="0">
              <a:lnSpc>
                <a:spcPct val="90000"/>
              </a:lnSpc>
              <a:spcBef>
                <a:spcPts val="1000"/>
              </a:spcBef>
              <a:spcAft>
                <a:spcPts val="600"/>
              </a:spcAft>
              <a:buNone/>
            </a:pPr>
            <a:r>
              <a:rPr lang="en-US" sz="2000" dirty="0"/>
              <a:t>Though legacy, VB6 helps maintain older systems and teaches foundational programming and component-based development.</a:t>
            </a:r>
          </a:p>
        </p:txBody>
      </p:sp>
    </p:spTree>
    <p:extLst>
      <p:ext uri="{BB962C8B-B14F-4D97-AF65-F5344CB8AC3E}">
        <p14:creationId xmlns:p14="http://schemas.microsoft.com/office/powerpoint/2010/main" val="2024751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0306" y="914400"/>
            <a:ext cx="10602253" cy="3908612"/>
          </a:xfrm>
        </p:spPr>
        <p:txBody>
          <a:bodyPr>
            <a:noAutofit/>
          </a:bodyPr>
          <a:lstStyle/>
          <a:p>
            <a:r>
              <a:rPr lang="en-US" sz="2400" dirty="0" smtClean="0">
                <a:solidFill>
                  <a:schemeClr val="tx1"/>
                </a:solidFill>
                <a:latin typeface="Neue Haas Grotesk Text Pro (Body)"/>
              </a:rPr>
              <a:t>By </a:t>
            </a:r>
            <a:r>
              <a:rPr lang="en-US" sz="2400" dirty="0">
                <a:solidFill>
                  <a:schemeClr val="tx1"/>
                </a:solidFill>
                <a:latin typeface="Neue Haas Grotesk Text Pro (Body)"/>
              </a:rPr>
              <a:t>the end of this Unit, students should be able to:</a:t>
            </a:r>
          </a:p>
          <a:p>
            <a:pPr lvl="1">
              <a:buFont typeface="Wingdings" panose="05000000000000000000" pitchFamily="2" charset="2"/>
              <a:buChar char="ü"/>
            </a:pPr>
            <a:r>
              <a:rPr lang="en-US" sz="2400" dirty="0" smtClean="0">
                <a:solidFill>
                  <a:schemeClr val="tx1"/>
                </a:solidFill>
                <a:latin typeface="Neue Haas Grotesk Text Pro (Body)"/>
              </a:rPr>
              <a:t>Explain the term event-driven programming.</a:t>
            </a:r>
          </a:p>
          <a:p>
            <a:pPr lvl="1">
              <a:buFont typeface="Wingdings" panose="05000000000000000000" pitchFamily="2" charset="2"/>
              <a:buChar char="ü"/>
            </a:pPr>
            <a:r>
              <a:rPr lang="en-US" sz="2400" dirty="0" smtClean="0">
                <a:solidFill>
                  <a:schemeClr val="tx1"/>
                </a:solidFill>
                <a:latin typeface="Neue Haas Grotesk Text Pro (Body)"/>
              </a:rPr>
              <a:t>Explain the concept of objects, properties and methods.</a:t>
            </a:r>
          </a:p>
          <a:p>
            <a:pPr lvl="1">
              <a:buFont typeface="Wingdings" panose="05000000000000000000" pitchFamily="2" charset="2"/>
              <a:buChar char="ü"/>
            </a:pPr>
            <a:r>
              <a:rPr lang="en-US" sz="2400" dirty="0" smtClean="0">
                <a:solidFill>
                  <a:schemeClr val="tx1"/>
                </a:solidFill>
                <a:latin typeface="Neue Haas Grotesk Text Pro (Body)"/>
              </a:rPr>
              <a:t>List and describe the three steps of Writing a Visual Basic project.</a:t>
            </a:r>
            <a:endParaRPr lang="en-US" sz="2400" dirty="0">
              <a:solidFill>
                <a:schemeClr val="tx1"/>
              </a:solidFill>
              <a:latin typeface="Neue Haas Grotesk Text Pro (Body)"/>
            </a:endParaRPr>
          </a:p>
          <a:p>
            <a:pPr lvl="1">
              <a:buFont typeface="Wingdings" panose="05000000000000000000" pitchFamily="2" charset="2"/>
              <a:buChar char="ü"/>
            </a:pPr>
            <a:r>
              <a:rPr lang="en-US" sz="2400" dirty="0" smtClean="0">
                <a:solidFill>
                  <a:schemeClr val="tx1"/>
                </a:solidFill>
                <a:latin typeface="Neue Haas Grotesk Text Pro (Body)"/>
              </a:rPr>
              <a:t>Describe the various files that make up a Visual Basic project.</a:t>
            </a:r>
          </a:p>
          <a:p>
            <a:pPr lvl="1">
              <a:buFont typeface="Wingdings" panose="05000000000000000000" pitchFamily="2" charset="2"/>
              <a:buChar char="ü"/>
            </a:pPr>
            <a:r>
              <a:rPr lang="en-US" sz="2400" dirty="0" smtClean="0">
                <a:solidFill>
                  <a:schemeClr val="tx1"/>
                </a:solidFill>
                <a:latin typeface="Neue Haas Grotesk Text Pro (Body)"/>
              </a:rPr>
              <a:t>Identify the features of a Visual Basic Environment.</a:t>
            </a:r>
          </a:p>
          <a:p>
            <a:pPr lvl="1">
              <a:buFont typeface="Wingdings" panose="05000000000000000000" pitchFamily="2" charset="2"/>
              <a:buChar char="ü"/>
            </a:pPr>
            <a:r>
              <a:rPr lang="en-US" sz="2400" dirty="0" smtClean="0">
                <a:solidFill>
                  <a:schemeClr val="tx1"/>
                </a:solidFill>
                <a:latin typeface="Neue Haas Grotesk Text Pro (Body)"/>
              </a:rPr>
              <a:t>Define Design Time mode, Run Time mode and Break Time mode.</a:t>
            </a:r>
          </a:p>
          <a:p>
            <a:pPr lvl="1">
              <a:buFont typeface="Wingdings" panose="05000000000000000000" pitchFamily="2" charset="2"/>
              <a:buChar char="ü"/>
            </a:pPr>
            <a:r>
              <a:rPr lang="en-US" sz="2400" dirty="0" smtClean="0">
                <a:solidFill>
                  <a:schemeClr val="tx1"/>
                </a:solidFill>
                <a:latin typeface="Neue Haas Grotesk Text Pro (Body)"/>
              </a:rPr>
              <a:t>Look up Visual Basic topics in Help.</a:t>
            </a:r>
            <a:endParaRPr lang="en-US" sz="2400" dirty="0">
              <a:solidFill>
                <a:schemeClr val="tx1"/>
              </a:solidFill>
              <a:latin typeface="Neue Haas Grotesk Text Pro (Body)"/>
            </a:endParaRPr>
          </a:p>
          <a:p>
            <a:pPr lvl="1">
              <a:buFont typeface="Wingdings" panose="05000000000000000000" pitchFamily="2" charset="2"/>
              <a:buChar char="ü"/>
            </a:pPr>
            <a:endParaRPr lang="en-US" sz="2400" dirty="0">
              <a:solidFill>
                <a:schemeClr val="tx1"/>
              </a:solidFill>
              <a:latin typeface="Neue Haas Grotesk Text Pro (Body)"/>
            </a:endParaRPr>
          </a:p>
          <a:p>
            <a:pPr lvl="1">
              <a:buFont typeface="Wingdings" panose="05000000000000000000" pitchFamily="2" charset="2"/>
              <a:buChar char="v"/>
            </a:pPr>
            <a:r>
              <a:rPr lang="en-US" sz="2400" b="1" i="1" dirty="0">
                <a:solidFill>
                  <a:schemeClr val="tx1"/>
                </a:solidFill>
                <a:latin typeface="Neue Haas Grotesk Text Pro (Body)"/>
              </a:rPr>
              <a:t>See Textbook - Introduction to Programming Book 1 Pages </a:t>
            </a:r>
            <a:r>
              <a:rPr lang="en-US" sz="2400" b="1" i="1" dirty="0" smtClean="0">
                <a:solidFill>
                  <a:schemeClr val="tx1"/>
                </a:solidFill>
                <a:latin typeface="Neue Haas Grotesk Text Pro (Body)"/>
              </a:rPr>
              <a:t>53 - 88</a:t>
            </a:r>
            <a:endParaRPr lang="en-US" sz="2400" b="1" i="1" dirty="0">
              <a:solidFill>
                <a:schemeClr val="tx1"/>
              </a:solidFill>
              <a:latin typeface="Neue Haas Grotesk Text Pro (Body)"/>
            </a:endParaRPr>
          </a:p>
          <a:p>
            <a:endParaRPr lang="en-US" sz="2400" dirty="0">
              <a:solidFill>
                <a:schemeClr val="tx1"/>
              </a:solidFill>
              <a:latin typeface="Neue Haas Grotesk Text Pro (Body)"/>
            </a:endParaRPr>
          </a:p>
          <a:p>
            <a:endParaRPr lang="en-US" sz="2400" dirty="0">
              <a:solidFill>
                <a:schemeClr val="tx1"/>
              </a:solidFill>
              <a:latin typeface="Neue Haas Grotesk Text Pro (Body)"/>
            </a:endParaRPr>
          </a:p>
        </p:txBody>
      </p:sp>
      <p:sp>
        <p:nvSpPr>
          <p:cNvPr id="6" name="Slide Number Placeholder 5"/>
          <p:cNvSpPr>
            <a:spLocks noGrp="1"/>
          </p:cNvSpPr>
          <p:nvPr>
            <p:ph type="sldNum" sz="quarter" idx="12"/>
          </p:nvPr>
        </p:nvSpPr>
        <p:spPr/>
        <p:txBody>
          <a:bodyPr/>
          <a:lstStyle/>
          <a:p>
            <a:fld id="{8C9F508B-49A9-401E-894D-AEAE0D259B80}" type="slidenum">
              <a:rPr lang="en-US" smtClean="0"/>
              <a:t>3</a:t>
            </a:fld>
            <a:endParaRPr lang="en-US"/>
          </a:p>
        </p:txBody>
      </p:sp>
      <p:sp>
        <p:nvSpPr>
          <p:cNvPr id="8" name="Title 1"/>
          <p:cNvSpPr>
            <a:spLocks noGrp="1"/>
          </p:cNvSpPr>
          <p:nvPr>
            <p:ph type="title"/>
          </p:nvPr>
        </p:nvSpPr>
        <p:spPr>
          <a:xfrm>
            <a:off x="1642277" y="116543"/>
            <a:ext cx="4881036" cy="797857"/>
          </a:xfrm>
        </p:spPr>
        <p:txBody>
          <a:bodyPr>
            <a:normAutofit/>
          </a:bodyPr>
          <a:lstStyle/>
          <a:p>
            <a:pPr algn="ctr"/>
            <a:r>
              <a:rPr lang="en-US" sz="4400" b="1" dirty="0" smtClean="0">
                <a:solidFill>
                  <a:schemeClr val="tx1"/>
                </a:solidFill>
                <a:latin typeface="Arial Narrow" panose="020B0606020202030204" pitchFamily="34" charset="0"/>
              </a:rPr>
              <a:t>Learning Objectives</a:t>
            </a:r>
            <a:endParaRPr lang="en-US" sz="4400" b="1" dirty="0">
              <a:solidFill>
                <a:schemeClr val="tx1"/>
              </a:solidFill>
              <a:latin typeface="Arial Narrow" panose="020B0606020202030204" pitchFamily="34" charset="0"/>
            </a:endParaRPr>
          </a:p>
        </p:txBody>
      </p:sp>
    </p:spTree>
    <p:extLst>
      <p:ext uri="{BB962C8B-B14F-4D97-AF65-F5344CB8AC3E}">
        <p14:creationId xmlns:p14="http://schemas.microsoft.com/office/powerpoint/2010/main" val="3657793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B3C095-9898-F15D-D79B-7EB14B5D1EDB}"/>
              </a:ext>
            </a:extLst>
          </p:cNvPr>
          <p:cNvSpPr>
            <a:spLocks noGrp="1"/>
          </p:cNvSpPr>
          <p:nvPr>
            <p:ph type="title"/>
          </p:nvPr>
        </p:nvSpPr>
        <p:spPr>
          <a:xfrm>
            <a:off x="4268145" y="119768"/>
            <a:ext cx="7252710" cy="1138769"/>
          </a:xfrm>
        </p:spPr>
        <p:txBody>
          <a:bodyPr vert="horz" lIns="91440" tIns="45720" rIns="91440" bIns="45720" rtlCol="0" anchor="t">
            <a:normAutofit/>
          </a:bodyPr>
          <a:lstStyle/>
          <a:p>
            <a:r>
              <a:rPr lang="en-US" b="0" i="0" kern="1200" spc="-200" baseline="0" dirty="0">
                <a:latin typeface="+mj-lt"/>
                <a:ea typeface="+mj-ea"/>
                <a:cs typeface="+mj-cs"/>
              </a:rPr>
              <a:t>Learning Objectives</a:t>
            </a:r>
          </a:p>
        </p:txBody>
      </p:sp>
      <p:pic>
        <p:nvPicPr>
          <p:cNvPr id="4" name="Content Placeholder 3" descr="4K Resolution">
            <a:extLst>
              <a:ext uri="{FF2B5EF4-FFF2-40B4-BE49-F238E27FC236}">
                <a16:creationId xmlns:a16="http://schemas.microsoft.com/office/drawing/2014/main" xmlns="" id="{0E8F56DE-7788-4147-B21D-8A16B4ACB330}"/>
              </a:ext>
            </a:extLst>
          </p:cNvPr>
          <p:cNvPicPr>
            <a:picLocks noGrp="1" noChangeAspect="1"/>
          </p:cNvPicPr>
          <p:nvPr>
            <p:ph type="pic" sz="quarter" idx="13"/>
          </p:nvPr>
        </p:nvPicPr>
        <p:blipFill>
          <a:blip r:embed="rId3"/>
          <a:srcRect l="33338" r="33662"/>
          <a:stretch>
            <a:fillRect/>
          </a:stretch>
        </p:blipFill>
        <p:spPr>
          <a:xfrm>
            <a:off x="20" y="1"/>
            <a:ext cx="4023340" cy="6858000"/>
          </a:xfrm>
        </p:spPr>
      </p:pic>
      <p:sp>
        <p:nvSpPr>
          <p:cNvPr id="5" name="TextBox 4">
            <a:extLst>
              <a:ext uri="{FF2B5EF4-FFF2-40B4-BE49-F238E27FC236}">
                <a16:creationId xmlns:a16="http://schemas.microsoft.com/office/drawing/2014/main" xmlns="" id="{FE43952E-4C4D-4C37-AE90-17244F886723}"/>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295440" y="1039639"/>
            <a:ext cx="7225415" cy="4212926"/>
          </a:xfrm>
          <a:prstGeom prst="rect">
            <a:avLst/>
          </a:prstGeom>
        </p:spPr>
        <p:txBody>
          <a:bodyPr>
            <a:noAutofit/>
          </a:bodyPr>
          <a:lstStyle/>
          <a:p>
            <a:pPr marL="0" indent="0">
              <a:lnSpc>
                <a:spcPct val="90000"/>
              </a:lnSpc>
              <a:spcBef>
                <a:spcPts val="2500"/>
              </a:spcBef>
              <a:spcAft>
                <a:spcPts val="600"/>
              </a:spcAft>
              <a:buNone/>
            </a:pPr>
            <a:r>
              <a:rPr lang="en-US" sz="2000" b="1" dirty="0"/>
              <a:t>Fundamentals of VB6</a:t>
            </a:r>
          </a:p>
          <a:p>
            <a:pPr marL="0" lvl="1" indent="0">
              <a:lnSpc>
                <a:spcPct val="90000"/>
              </a:lnSpc>
              <a:spcBef>
                <a:spcPts val="1000"/>
              </a:spcBef>
              <a:spcAft>
                <a:spcPts val="600"/>
              </a:spcAft>
              <a:buNone/>
            </a:pPr>
            <a:r>
              <a:rPr lang="en-US" sz="2000" dirty="0"/>
              <a:t>Learn VB6 syntax, structure, and event-driven programming essential for Windows development.</a:t>
            </a:r>
          </a:p>
          <a:p>
            <a:pPr marL="0" indent="0">
              <a:lnSpc>
                <a:spcPct val="90000"/>
              </a:lnSpc>
              <a:spcBef>
                <a:spcPts val="2500"/>
              </a:spcBef>
              <a:spcAft>
                <a:spcPts val="600"/>
              </a:spcAft>
              <a:buNone/>
            </a:pPr>
            <a:r>
              <a:rPr lang="en-US" sz="2000" b="1" dirty="0"/>
              <a:t>Visual Basic Environment</a:t>
            </a:r>
          </a:p>
          <a:p>
            <a:pPr marL="0" lvl="1" indent="0">
              <a:lnSpc>
                <a:spcPct val="90000"/>
              </a:lnSpc>
              <a:spcBef>
                <a:spcPts val="1000"/>
              </a:spcBef>
              <a:spcAft>
                <a:spcPts val="600"/>
              </a:spcAft>
              <a:buNone/>
            </a:pPr>
            <a:r>
              <a:rPr lang="en-US" sz="2000" dirty="0"/>
              <a:t>Explore key VB6 tools like Project Explorer, Properties window, Toolbox, and Form Layout window.</a:t>
            </a:r>
          </a:p>
          <a:p>
            <a:pPr marL="0" indent="0">
              <a:lnSpc>
                <a:spcPct val="90000"/>
              </a:lnSpc>
              <a:spcBef>
                <a:spcPts val="2500"/>
              </a:spcBef>
              <a:spcAft>
                <a:spcPts val="600"/>
              </a:spcAft>
              <a:buNone/>
            </a:pPr>
            <a:r>
              <a:rPr lang="en-US" sz="2000" b="1" dirty="0"/>
              <a:t>Application Design and Coding</a:t>
            </a:r>
          </a:p>
          <a:p>
            <a:pPr marL="0" lvl="1" indent="0">
              <a:lnSpc>
                <a:spcPct val="90000"/>
              </a:lnSpc>
              <a:spcBef>
                <a:spcPts val="1000"/>
              </a:spcBef>
              <a:spcAft>
                <a:spcPts val="600"/>
              </a:spcAft>
              <a:buNone/>
            </a:pPr>
            <a:r>
              <a:rPr lang="en-US" sz="2000" dirty="0"/>
              <a:t>Gain hands-on experience designing forms and coding event handlers for user interaction.</a:t>
            </a:r>
          </a:p>
          <a:p>
            <a:pPr marL="0" indent="0">
              <a:lnSpc>
                <a:spcPct val="90000"/>
              </a:lnSpc>
              <a:spcBef>
                <a:spcPts val="2500"/>
              </a:spcBef>
              <a:spcAft>
                <a:spcPts val="600"/>
              </a:spcAft>
              <a:buNone/>
            </a:pPr>
            <a:r>
              <a:rPr lang="en-US" sz="2000" b="1" dirty="0"/>
              <a:t>Debugging and Deployment</a:t>
            </a:r>
          </a:p>
          <a:p>
            <a:pPr marL="0" lvl="1" indent="0">
              <a:lnSpc>
                <a:spcPct val="90000"/>
              </a:lnSpc>
              <a:spcBef>
                <a:spcPts val="1000"/>
              </a:spcBef>
              <a:spcAft>
                <a:spcPts val="600"/>
              </a:spcAft>
              <a:buNone/>
            </a:pPr>
            <a:r>
              <a:rPr lang="en-US" sz="2000" dirty="0"/>
              <a:t>Develop skills to debug, troubleshoot, and deploy VB6 applications effectively.</a:t>
            </a:r>
          </a:p>
        </p:txBody>
      </p:sp>
    </p:spTree>
    <p:extLst>
      <p:ext uri="{BB962C8B-B14F-4D97-AF65-F5344CB8AC3E}">
        <p14:creationId xmlns:p14="http://schemas.microsoft.com/office/powerpoint/2010/main" val="330880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98321" y="588142"/>
            <a:ext cx="11751632" cy="5342965"/>
          </a:xfrm>
          <a:ln>
            <a:solidFill>
              <a:schemeClr val="accent1"/>
            </a:solidFill>
          </a:ln>
        </p:spPr>
        <p:txBody>
          <a:bodyPr>
            <a:noAutofit/>
          </a:bodyPr>
          <a:lstStyle/>
          <a:p>
            <a:r>
              <a:rPr lang="en-US" sz="2600" dirty="0">
                <a:solidFill>
                  <a:schemeClr val="tx1"/>
                </a:solidFill>
              </a:rPr>
              <a:t>Visual Basic </a:t>
            </a:r>
            <a:r>
              <a:rPr lang="en-US" sz="2600" dirty="0" smtClean="0">
                <a:solidFill>
                  <a:schemeClr val="tx1"/>
                </a:solidFill>
              </a:rPr>
              <a:t>6.0 </a:t>
            </a:r>
            <a:r>
              <a:rPr lang="en-US" sz="2600" dirty="0">
                <a:solidFill>
                  <a:schemeClr val="tx1"/>
                </a:solidFill>
              </a:rPr>
              <a:t>(</a:t>
            </a:r>
            <a:r>
              <a:rPr lang="en-US" sz="2600" dirty="0" smtClean="0">
                <a:solidFill>
                  <a:schemeClr val="tx1"/>
                </a:solidFill>
              </a:rPr>
              <a:t>VB6.0</a:t>
            </a:r>
            <a:r>
              <a:rPr lang="en-US" sz="2600" dirty="0">
                <a:solidFill>
                  <a:schemeClr val="tx1"/>
                </a:solidFill>
              </a:rPr>
              <a:t>) is a programming language </a:t>
            </a:r>
            <a:r>
              <a:rPr lang="en-US" sz="2600" dirty="0" smtClean="0">
                <a:solidFill>
                  <a:schemeClr val="tx1"/>
                </a:solidFill>
              </a:rPr>
              <a:t>and an </a:t>
            </a:r>
            <a:r>
              <a:rPr lang="en-US" sz="2600" dirty="0">
                <a:solidFill>
                  <a:schemeClr val="tx1"/>
                </a:solidFill>
              </a:rPr>
              <a:t>integrated development environment (IDE) created by </a:t>
            </a:r>
            <a:r>
              <a:rPr lang="en-US" sz="2600" dirty="0" smtClean="0">
                <a:solidFill>
                  <a:schemeClr val="tx1"/>
                </a:solidFill>
              </a:rPr>
              <a:t>Microsoft. It </a:t>
            </a:r>
            <a:r>
              <a:rPr lang="en-US" sz="2600" dirty="0">
                <a:solidFill>
                  <a:schemeClr val="tx1"/>
                </a:solidFill>
              </a:rPr>
              <a:t>was released in 1998 as part of the Microsoft Visual Studio </a:t>
            </a:r>
            <a:r>
              <a:rPr lang="en-US" sz="2600" dirty="0" smtClean="0">
                <a:solidFill>
                  <a:schemeClr val="tx1"/>
                </a:solidFill>
              </a:rPr>
              <a:t>6.0 </a:t>
            </a:r>
            <a:r>
              <a:rPr lang="en-US" sz="2600" dirty="0">
                <a:solidFill>
                  <a:schemeClr val="tx1"/>
                </a:solidFill>
              </a:rPr>
              <a:t>development </a:t>
            </a:r>
            <a:r>
              <a:rPr lang="en-US" sz="2600" dirty="0" smtClean="0">
                <a:solidFill>
                  <a:schemeClr val="tx1"/>
                </a:solidFill>
              </a:rPr>
              <a:t>kit. VB6.0 </a:t>
            </a:r>
            <a:r>
              <a:rPr lang="en-US" sz="2600" dirty="0">
                <a:solidFill>
                  <a:schemeClr val="tx1"/>
                </a:solidFill>
              </a:rPr>
              <a:t>is known for its ease of use and rapid application development (RAD</a:t>
            </a:r>
            <a:r>
              <a:rPr lang="en-US" sz="2600" dirty="0" smtClean="0">
                <a:solidFill>
                  <a:schemeClr val="tx1"/>
                </a:solidFill>
              </a:rPr>
              <a:t>) capabilities</a:t>
            </a:r>
            <a:r>
              <a:rPr lang="en-US" sz="2600" b="1" dirty="0" smtClean="0">
                <a:solidFill>
                  <a:schemeClr val="tx1"/>
                </a:solidFill>
              </a:rPr>
              <a:t>.</a:t>
            </a:r>
            <a:endParaRPr lang="en-US" sz="2600" dirty="0">
              <a:solidFill>
                <a:schemeClr val="tx1"/>
              </a:solidFill>
            </a:endParaRPr>
          </a:p>
          <a:p>
            <a:r>
              <a:rPr lang="en-US" sz="2600" dirty="0" smtClean="0">
                <a:solidFill>
                  <a:schemeClr val="tx1"/>
                </a:solidFill>
              </a:rPr>
              <a:t>Visual Basic itself is an object oriented programming language developed by Microsoft. It derives from an earlier programming language called Basic.</a:t>
            </a:r>
          </a:p>
          <a:p>
            <a:r>
              <a:rPr lang="en-US" sz="2600" dirty="0">
                <a:solidFill>
                  <a:schemeClr val="tx1"/>
                </a:solidFill>
              </a:rPr>
              <a:t>VB6.0 is an event-driven programming language that provides a graphical user interface (GUI) which </a:t>
            </a:r>
            <a:r>
              <a:rPr lang="en-US" sz="2600" b="1" dirty="0">
                <a:solidFill>
                  <a:schemeClr val="tx1"/>
                </a:solidFill>
              </a:rPr>
              <a:t>allows programmers to modify code by simply dragging and dropping objects and defining their behavior and appearance</a:t>
            </a:r>
            <a:r>
              <a:rPr lang="en-US" sz="2600" b="1" dirty="0" smtClean="0">
                <a:solidFill>
                  <a:schemeClr val="tx1"/>
                </a:solidFill>
              </a:rPr>
              <a:t>.</a:t>
            </a:r>
            <a:endParaRPr lang="en-US" sz="2600" dirty="0" smtClean="0">
              <a:solidFill>
                <a:schemeClr val="tx1"/>
              </a:solidFill>
            </a:endParaRPr>
          </a:p>
          <a:p>
            <a:r>
              <a:rPr lang="en-US" sz="2600" dirty="0">
                <a:solidFill>
                  <a:schemeClr val="tx1"/>
                </a:solidFill>
              </a:rPr>
              <a:t>An event-driven programming language is a type of programming language that focuses on responding to events or user actions that occur during </a:t>
            </a:r>
            <a:r>
              <a:rPr lang="en-US" sz="2600" b="1" dirty="0">
                <a:solidFill>
                  <a:schemeClr val="tx1"/>
                </a:solidFill>
              </a:rPr>
              <a:t>program</a:t>
            </a:r>
            <a:r>
              <a:rPr lang="en-US" sz="2600" dirty="0">
                <a:solidFill>
                  <a:schemeClr val="tx1"/>
                </a:solidFill>
              </a:rPr>
              <a:t> </a:t>
            </a:r>
            <a:r>
              <a:rPr lang="en-US" sz="2600" b="1" dirty="0" smtClean="0">
                <a:solidFill>
                  <a:schemeClr val="tx1"/>
                </a:solidFill>
              </a:rPr>
              <a:t>execution.</a:t>
            </a:r>
            <a:r>
              <a:rPr lang="en-US" sz="2600" dirty="0">
                <a:solidFill>
                  <a:schemeClr val="tx1"/>
                </a:solidFill>
              </a:rPr>
              <a:t> </a:t>
            </a:r>
            <a:r>
              <a:rPr lang="en-US" sz="2600" dirty="0" smtClean="0">
                <a:solidFill>
                  <a:schemeClr val="tx1"/>
                </a:solidFill>
              </a:rPr>
              <a:t>This means in </a:t>
            </a:r>
            <a:r>
              <a:rPr lang="en-US" sz="2600" dirty="0">
                <a:solidFill>
                  <a:schemeClr val="tx1"/>
                </a:solidFill>
              </a:rPr>
              <a:t>the event-driven programming model, program flow is determined by events, and the program's behavior is determined by how it reacts to those events</a:t>
            </a:r>
            <a:r>
              <a:rPr lang="en-US" sz="2600" dirty="0" smtClean="0">
                <a:solidFill>
                  <a:schemeClr val="tx1"/>
                </a:solidFill>
              </a:rPr>
              <a:t>.</a:t>
            </a:r>
          </a:p>
        </p:txBody>
      </p:sp>
      <p:sp>
        <p:nvSpPr>
          <p:cNvPr id="2" name="Title 1"/>
          <p:cNvSpPr>
            <a:spLocks noGrp="1"/>
          </p:cNvSpPr>
          <p:nvPr>
            <p:ph type="title"/>
          </p:nvPr>
        </p:nvSpPr>
        <p:spPr>
          <a:xfrm>
            <a:off x="0" y="104576"/>
            <a:ext cx="6729565" cy="967132"/>
          </a:xfrm>
        </p:spPr>
        <p:txBody>
          <a:bodyPr>
            <a:normAutofit/>
          </a:bodyPr>
          <a:lstStyle/>
          <a:p>
            <a:r>
              <a:rPr lang="en-US" sz="3600" b="1" dirty="0" smtClean="0">
                <a:solidFill>
                  <a:schemeClr val="tx1"/>
                </a:solidFill>
                <a:latin typeface="+mn-lt"/>
              </a:rPr>
              <a:t>3.1 What is Visual Basic 6.0?</a:t>
            </a:r>
            <a:endParaRPr lang="en-US" sz="3600" b="1" dirty="0">
              <a:solidFill>
                <a:schemeClr val="tx1"/>
              </a:solidFill>
              <a:latin typeface="+mn-lt"/>
            </a:endParaRPr>
          </a:p>
        </p:txBody>
      </p:sp>
      <p:sp>
        <p:nvSpPr>
          <p:cNvPr id="6" name="Slide Number Placeholder 5"/>
          <p:cNvSpPr>
            <a:spLocks noGrp="1"/>
          </p:cNvSpPr>
          <p:nvPr>
            <p:ph type="sldNum" sz="quarter" idx="12"/>
          </p:nvPr>
        </p:nvSpPr>
        <p:spPr/>
        <p:txBody>
          <a:bodyPr/>
          <a:lstStyle/>
          <a:p>
            <a:fld id="{8C9F508B-49A9-401E-894D-AEAE0D259B80}" type="slidenum">
              <a:rPr lang="en-US" smtClean="0"/>
              <a:t>5</a:t>
            </a:fld>
            <a:endParaRPr lang="en-US"/>
          </a:p>
        </p:txBody>
      </p:sp>
    </p:spTree>
    <p:extLst>
      <p:ext uri="{BB962C8B-B14F-4D97-AF65-F5344CB8AC3E}">
        <p14:creationId xmlns:p14="http://schemas.microsoft.com/office/powerpoint/2010/main" val="328503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6518" y="1129039"/>
            <a:ext cx="11199667" cy="4678168"/>
          </a:xfrm>
        </p:spPr>
        <p:txBody>
          <a:bodyPr>
            <a:normAutofit fontScale="92500" lnSpcReduction="10000"/>
          </a:bodyPr>
          <a:lstStyle/>
          <a:p>
            <a:r>
              <a:rPr lang="en-US" sz="2800" dirty="0" smtClean="0">
                <a:solidFill>
                  <a:schemeClr val="tx1"/>
                </a:solidFill>
              </a:rPr>
              <a:t>Visual </a:t>
            </a:r>
            <a:r>
              <a:rPr lang="en-US" sz="2800" dirty="0">
                <a:solidFill>
                  <a:schemeClr val="tx1"/>
                </a:solidFill>
              </a:rPr>
              <a:t>Basic 6.0 was a popular and influential programming language and development environment for Windows applications during the late 1990s and early 2000s. </a:t>
            </a:r>
            <a:endParaRPr lang="en-US" sz="2800" dirty="0" smtClean="0">
              <a:solidFill>
                <a:schemeClr val="tx1"/>
              </a:solidFill>
            </a:endParaRPr>
          </a:p>
          <a:p>
            <a:r>
              <a:rPr lang="en-US" sz="2800" dirty="0" smtClean="0">
                <a:solidFill>
                  <a:schemeClr val="tx1"/>
                </a:solidFill>
              </a:rPr>
              <a:t>However</a:t>
            </a:r>
            <a:r>
              <a:rPr lang="en-US" sz="2800" dirty="0">
                <a:solidFill>
                  <a:schemeClr val="tx1"/>
                </a:solidFill>
              </a:rPr>
              <a:t>, it has been largely replaced by more modern programming languages and development tools, such as Visual Basic .NET (VB.NET) and C</a:t>
            </a:r>
            <a:r>
              <a:rPr lang="en-US" sz="2800" dirty="0" smtClean="0">
                <a:solidFill>
                  <a:schemeClr val="tx1"/>
                </a:solidFill>
              </a:rPr>
              <a:t>#.</a:t>
            </a:r>
          </a:p>
          <a:p>
            <a:r>
              <a:rPr lang="en-US" sz="2800" dirty="0" smtClean="0">
                <a:solidFill>
                  <a:schemeClr val="tx1"/>
                </a:solidFill>
              </a:rPr>
              <a:t>Developers </a:t>
            </a:r>
            <a:r>
              <a:rPr lang="en-US" sz="2800" dirty="0">
                <a:solidFill>
                  <a:schemeClr val="tx1"/>
                </a:solidFill>
              </a:rPr>
              <a:t>are encouraged to use these newer technologies for Windows application development, as they offer improved performance, security, and compatibility with current Windows versions</a:t>
            </a:r>
            <a:r>
              <a:rPr lang="en-US" sz="2800" dirty="0" smtClean="0">
                <a:solidFill>
                  <a:schemeClr val="tx1"/>
                </a:solidFill>
              </a:rPr>
              <a:t>.</a:t>
            </a:r>
          </a:p>
          <a:p>
            <a:r>
              <a:rPr lang="en-US" sz="2800" dirty="0" smtClean="0">
                <a:solidFill>
                  <a:schemeClr val="tx1"/>
                </a:solidFill>
              </a:rPr>
              <a:t>Microsoft Visual Basic comes in working model, learning edition, professional edition, and an enterprise edition. Anyone planning to do professional application development that includes the advanced features of database management should use the Professional Edition or Enterprise Edition.</a:t>
            </a:r>
            <a:endParaRPr lang="en-US" sz="2800" dirty="0">
              <a:solidFill>
                <a:schemeClr val="tx1"/>
              </a:solidFill>
            </a:endParaRPr>
          </a:p>
        </p:txBody>
      </p:sp>
      <p:sp>
        <p:nvSpPr>
          <p:cNvPr id="4" name="Date Placeholder 3"/>
          <p:cNvSpPr>
            <a:spLocks noGrp="1"/>
          </p:cNvSpPr>
          <p:nvPr>
            <p:ph type="dt" sz="half" idx="10"/>
          </p:nvPr>
        </p:nvSpPr>
        <p:spPr/>
        <p:txBody>
          <a:bodyPr/>
          <a:lstStyle/>
          <a:p>
            <a:fld id="{DA6917ED-9847-4EAE-8039-CA3FC086B57E}" type="datetime1">
              <a:rPr lang="en-US" smtClean="0"/>
              <a:t>2/4/2026</a:t>
            </a:fld>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6</a:t>
            </a:fld>
            <a:endParaRPr lang="en-US"/>
          </a:p>
        </p:txBody>
      </p:sp>
    </p:spTree>
    <p:extLst>
      <p:ext uri="{BB962C8B-B14F-4D97-AF65-F5344CB8AC3E}">
        <p14:creationId xmlns:p14="http://schemas.microsoft.com/office/powerpoint/2010/main" val="4097677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012" y="930887"/>
            <a:ext cx="11511780" cy="4678168"/>
          </a:xfrm>
        </p:spPr>
        <p:txBody>
          <a:bodyPr>
            <a:noAutofit/>
          </a:bodyPr>
          <a:lstStyle/>
          <a:p>
            <a:r>
              <a:rPr lang="en-US" sz="2400" dirty="0">
                <a:solidFill>
                  <a:schemeClr val="tx1"/>
                </a:solidFill>
              </a:rPr>
              <a:t>A </a:t>
            </a:r>
            <a:r>
              <a:rPr lang="en-US" sz="2400" b="1" dirty="0" smtClean="0">
                <a:solidFill>
                  <a:schemeClr val="tx1"/>
                </a:solidFill>
              </a:rPr>
              <a:t>GUI</a:t>
            </a:r>
            <a:r>
              <a:rPr lang="en-US" sz="2400" dirty="0" smtClean="0">
                <a:solidFill>
                  <a:schemeClr val="tx1"/>
                </a:solidFill>
              </a:rPr>
              <a:t>, pronounced as gooey, stands for </a:t>
            </a:r>
            <a:r>
              <a:rPr lang="en-US" sz="2400" b="1" dirty="0">
                <a:solidFill>
                  <a:schemeClr val="tx1"/>
                </a:solidFill>
              </a:rPr>
              <a:t>graphical user </a:t>
            </a:r>
            <a:r>
              <a:rPr lang="en-US" sz="2400" b="1" dirty="0" smtClean="0">
                <a:solidFill>
                  <a:schemeClr val="tx1"/>
                </a:solidFill>
              </a:rPr>
              <a:t>interface. </a:t>
            </a:r>
            <a:r>
              <a:rPr lang="en-US" sz="2400" dirty="0" smtClean="0">
                <a:solidFill>
                  <a:schemeClr val="tx1"/>
                </a:solidFill>
              </a:rPr>
              <a:t>It </a:t>
            </a:r>
            <a:r>
              <a:rPr lang="en-US" sz="2400" dirty="0">
                <a:solidFill>
                  <a:schemeClr val="tx1"/>
                </a:solidFill>
              </a:rPr>
              <a:t>is a type of user interface through which users interact with electronic devices via visual indicator representations</a:t>
            </a:r>
            <a:r>
              <a:rPr lang="en-US" sz="2400" dirty="0" smtClean="0">
                <a:solidFill>
                  <a:schemeClr val="tx1"/>
                </a:solidFill>
              </a:rPr>
              <a:t>.</a:t>
            </a:r>
          </a:p>
          <a:p>
            <a:r>
              <a:rPr lang="en-US" sz="2400" dirty="0" smtClean="0">
                <a:solidFill>
                  <a:schemeClr val="tx1"/>
                </a:solidFill>
              </a:rPr>
              <a:t>It allows </a:t>
            </a:r>
            <a:r>
              <a:rPr lang="en-US" sz="2400" dirty="0">
                <a:solidFill>
                  <a:schemeClr val="tx1"/>
                </a:solidFill>
              </a:rPr>
              <a:t>users to interact with electronic devices, software or computers through graphical elements such as icons, buttons, windows and menus, as opposed to </a:t>
            </a:r>
            <a:r>
              <a:rPr lang="en-US" sz="2400" dirty="0" smtClean="0">
                <a:solidFill>
                  <a:schemeClr val="tx1"/>
                </a:solidFill>
              </a:rPr>
              <a:t>text-based interfaces </a:t>
            </a:r>
            <a:r>
              <a:rPr lang="en-US" sz="2400" dirty="0">
                <a:solidFill>
                  <a:schemeClr val="tx1"/>
                </a:solidFill>
              </a:rPr>
              <a:t>like command line interface (CLI).</a:t>
            </a:r>
          </a:p>
          <a:p>
            <a:r>
              <a:rPr lang="en-US" sz="2400" dirty="0" smtClean="0">
                <a:solidFill>
                  <a:schemeClr val="tx1"/>
                </a:solidFill>
              </a:rPr>
              <a:t>In </a:t>
            </a:r>
            <a:r>
              <a:rPr lang="en-US" sz="2400" dirty="0">
                <a:solidFill>
                  <a:schemeClr val="tx1"/>
                </a:solidFill>
              </a:rPr>
              <a:t>a GUI, users can perform various tasks by manipulating these graphical elements using a mouse, </a:t>
            </a:r>
            <a:r>
              <a:rPr lang="en-US" sz="2400" dirty="0" smtClean="0">
                <a:solidFill>
                  <a:schemeClr val="tx1"/>
                </a:solidFill>
              </a:rPr>
              <a:t>touch pad</a:t>
            </a:r>
            <a:r>
              <a:rPr lang="en-US" sz="2400" dirty="0">
                <a:solidFill>
                  <a:schemeClr val="tx1"/>
                </a:solidFill>
              </a:rPr>
              <a:t>, or touch screen.</a:t>
            </a:r>
          </a:p>
          <a:p>
            <a:r>
              <a:rPr lang="en-US" sz="2400" dirty="0">
                <a:solidFill>
                  <a:schemeClr val="tx1"/>
                </a:solidFill>
              </a:rPr>
              <a:t>The graphical </a:t>
            </a:r>
            <a:r>
              <a:rPr lang="en-US" sz="2400" dirty="0" smtClean="0">
                <a:solidFill>
                  <a:schemeClr val="tx1"/>
                </a:solidFill>
              </a:rPr>
              <a:t>user interface </a:t>
            </a:r>
            <a:r>
              <a:rPr lang="en-US" sz="2400" dirty="0">
                <a:solidFill>
                  <a:schemeClr val="tx1"/>
                </a:solidFill>
              </a:rPr>
              <a:t>is designed to make the software and system more user-friendly and accessible by providing a visual representation of available options and </a:t>
            </a:r>
            <a:r>
              <a:rPr lang="en-US" sz="2400" dirty="0" smtClean="0">
                <a:solidFill>
                  <a:schemeClr val="tx1"/>
                </a:solidFill>
              </a:rPr>
              <a:t>actions. This </a:t>
            </a:r>
            <a:r>
              <a:rPr lang="en-US" sz="2400" dirty="0">
                <a:solidFill>
                  <a:schemeClr val="tx1"/>
                </a:solidFill>
              </a:rPr>
              <a:t>intuitive interactive approach helps users understand and navigate complex applications and systems more easily</a:t>
            </a:r>
            <a:r>
              <a:rPr lang="en-US" sz="2400" dirty="0" smtClean="0">
                <a:solidFill>
                  <a:schemeClr val="tx1"/>
                </a:solidFill>
              </a:rPr>
              <a:t>.</a:t>
            </a:r>
            <a:endParaRPr lang="en-US" sz="2400" dirty="0">
              <a:solidFill>
                <a:schemeClr val="tx1"/>
              </a:solidFill>
            </a:endParaRPr>
          </a:p>
          <a:p>
            <a:r>
              <a:rPr lang="en-US" sz="2400" dirty="0" smtClean="0">
                <a:solidFill>
                  <a:schemeClr val="tx1"/>
                </a:solidFill>
              </a:rPr>
              <a:t>GUIs </a:t>
            </a:r>
            <a:r>
              <a:rPr lang="en-US" sz="2400" dirty="0">
                <a:solidFill>
                  <a:schemeClr val="tx1"/>
                </a:solidFill>
              </a:rPr>
              <a:t>have become ubiquitous in modern computing and are an integral part of most software and hardware interfaces.</a:t>
            </a:r>
          </a:p>
          <a:p>
            <a:endParaRPr lang="en-US" sz="2400" dirty="0">
              <a:solidFill>
                <a:schemeClr val="tx1"/>
              </a:solidFill>
            </a:endParaRPr>
          </a:p>
          <a:p>
            <a:endParaRPr lang="en-US" sz="2400" dirty="0">
              <a:solidFill>
                <a:schemeClr val="tx1"/>
              </a:solidFill>
            </a:endParaRPr>
          </a:p>
        </p:txBody>
      </p:sp>
      <p:sp>
        <p:nvSpPr>
          <p:cNvPr id="4" name="Title 1"/>
          <p:cNvSpPr>
            <a:spLocks noGrp="1"/>
          </p:cNvSpPr>
          <p:nvPr>
            <p:ph type="title"/>
          </p:nvPr>
        </p:nvSpPr>
        <p:spPr>
          <a:xfrm>
            <a:off x="2949389" y="271356"/>
            <a:ext cx="5461366" cy="768550"/>
          </a:xfrm>
        </p:spPr>
        <p:txBody>
          <a:bodyPr>
            <a:normAutofit/>
          </a:bodyPr>
          <a:lstStyle/>
          <a:p>
            <a:pPr algn="ctr"/>
            <a:r>
              <a:rPr lang="en-US" sz="3600" b="1" dirty="0" smtClean="0">
                <a:solidFill>
                  <a:schemeClr val="tx1"/>
                </a:solidFill>
                <a:latin typeface="Arial Narrow" panose="020B0606020202030204" pitchFamily="34" charset="0"/>
              </a:rPr>
              <a:t>3.2 What is a GUI?</a:t>
            </a:r>
            <a:endParaRPr lang="en-US" sz="3600" b="1" dirty="0">
              <a:solidFill>
                <a:schemeClr val="tx1"/>
              </a:solidFill>
              <a:latin typeface="Arial Narrow" panose="020B0606020202030204" pitchFamily="34" charset="0"/>
            </a:endParaRPr>
          </a:p>
        </p:txBody>
      </p:sp>
      <p:sp>
        <p:nvSpPr>
          <p:cNvPr id="7" name="Slide Number Placeholder 6"/>
          <p:cNvSpPr>
            <a:spLocks noGrp="1"/>
          </p:cNvSpPr>
          <p:nvPr>
            <p:ph type="sldNum" sz="quarter" idx="12"/>
          </p:nvPr>
        </p:nvSpPr>
        <p:spPr/>
        <p:txBody>
          <a:bodyPr/>
          <a:lstStyle/>
          <a:p>
            <a:fld id="{8C9F508B-49A9-401E-894D-AEAE0D259B80}" type="slidenum">
              <a:rPr lang="en-US" smtClean="0"/>
              <a:t>7</a:t>
            </a:fld>
            <a:endParaRPr lang="en-US"/>
          </a:p>
        </p:txBody>
      </p:sp>
    </p:spTree>
    <p:extLst>
      <p:ext uri="{BB962C8B-B14F-4D97-AF65-F5344CB8AC3E}">
        <p14:creationId xmlns:p14="http://schemas.microsoft.com/office/powerpoint/2010/main" val="2247601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8588" y="1769191"/>
            <a:ext cx="11501718" cy="4678168"/>
          </a:xfrm>
        </p:spPr>
        <p:txBody>
          <a:bodyPr>
            <a:noAutofit/>
          </a:bodyPr>
          <a:lstStyle/>
          <a:p>
            <a:r>
              <a:rPr lang="en-US" sz="2400" dirty="0" smtClean="0">
                <a:solidFill>
                  <a:schemeClr val="tx1"/>
                </a:solidFill>
              </a:rPr>
              <a:t>In Visual Basic, you will work with objects which have properties and methods. Visual Basic is object based; in object-based languages, you will build the code around the object.</a:t>
            </a:r>
          </a:p>
          <a:p>
            <a:pPr marL="1276336" lvl="1" indent="-742950">
              <a:buFont typeface="+mj-lt"/>
              <a:buAutoNum type="arabicParenR"/>
            </a:pPr>
            <a:r>
              <a:rPr lang="en-US" sz="2400" b="1" dirty="0" smtClean="0">
                <a:solidFill>
                  <a:schemeClr val="tx1"/>
                </a:solidFill>
              </a:rPr>
              <a:t>Objects:</a:t>
            </a:r>
            <a:r>
              <a:rPr lang="en-US" sz="2400" dirty="0" smtClean="0">
                <a:solidFill>
                  <a:schemeClr val="tx1"/>
                </a:solidFill>
              </a:rPr>
              <a:t> Think of object as a thing, or a noun. Examples of objects are forms and controls. Forms are the windows and the dialogue boxes you place on the screen; while controls are the elements you place inside the form such as textboxes, command buttons, labels, etc..</a:t>
            </a:r>
          </a:p>
          <a:p>
            <a:pPr marL="1276336" lvl="1" indent="-742950">
              <a:buFont typeface="+mj-lt"/>
              <a:buAutoNum type="arabicParenR"/>
            </a:pPr>
            <a:r>
              <a:rPr lang="en-US" sz="2400" b="1" dirty="0" smtClean="0">
                <a:solidFill>
                  <a:schemeClr val="tx1"/>
                </a:solidFill>
              </a:rPr>
              <a:t>Properties:</a:t>
            </a:r>
            <a:r>
              <a:rPr lang="en-US" sz="2400" dirty="0" smtClean="0">
                <a:solidFill>
                  <a:schemeClr val="tx1"/>
                </a:solidFill>
              </a:rPr>
              <a:t> Properties tell something about an object, such as its name, color, size, location, or how it will behave. Think of properties as an adjective that describe an object.</a:t>
            </a:r>
          </a:p>
          <a:p>
            <a:pPr marL="1276336" lvl="1" indent="-742950">
              <a:buFont typeface="+mj-lt"/>
              <a:buAutoNum type="arabicParenR"/>
            </a:pPr>
            <a:r>
              <a:rPr lang="en-US" sz="2400" b="1" dirty="0" smtClean="0">
                <a:solidFill>
                  <a:schemeClr val="tx1"/>
                </a:solidFill>
              </a:rPr>
              <a:t>Methods:</a:t>
            </a:r>
            <a:r>
              <a:rPr lang="en-US" sz="2400" dirty="0" smtClean="0">
                <a:solidFill>
                  <a:schemeClr val="tx1"/>
                </a:solidFill>
              </a:rPr>
              <a:t> Methods refers to the actions associated with objects. They are like the verbs of these objects. Some typical methods are Move, Print, Resize, Clear, etc.  </a:t>
            </a:r>
            <a:endParaRPr lang="en-US" sz="2400" dirty="0">
              <a:solidFill>
                <a:schemeClr val="tx1"/>
              </a:solidFill>
            </a:endParaRPr>
          </a:p>
          <a:p>
            <a:endParaRPr lang="en-US" sz="2400" dirty="0">
              <a:solidFill>
                <a:schemeClr val="tx1"/>
              </a:solidFill>
            </a:endParaRPr>
          </a:p>
        </p:txBody>
      </p:sp>
      <p:sp>
        <p:nvSpPr>
          <p:cNvPr id="4" name="Title 1"/>
          <p:cNvSpPr>
            <a:spLocks noGrp="1"/>
          </p:cNvSpPr>
          <p:nvPr>
            <p:ph type="title"/>
          </p:nvPr>
        </p:nvSpPr>
        <p:spPr>
          <a:xfrm>
            <a:off x="385482" y="110364"/>
            <a:ext cx="11474824" cy="1252644"/>
          </a:xfrm>
          <a:noFill/>
        </p:spPr>
        <p:txBody>
          <a:bodyPr>
            <a:noAutofit/>
          </a:bodyPr>
          <a:lstStyle/>
          <a:p>
            <a:pPr algn="ctr"/>
            <a:r>
              <a:rPr lang="en-US" sz="3600" b="1" dirty="0" smtClean="0">
                <a:solidFill>
                  <a:schemeClr val="tx1"/>
                </a:solidFill>
                <a:latin typeface="+mn-lt"/>
              </a:rPr>
              <a:t>3.3 Writing Windows Application with VB</a:t>
            </a:r>
            <a:br>
              <a:rPr lang="en-US" sz="3600" b="1" dirty="0" smtClean="0">
                <a:solidFill>
                  <a:schemeClr val="tx1"/>
                </a:solidFill>
                <a:latin typeface="+mn-lt"/>
              </a:rPr>
            </a:br>
            <a:r>
              <a:rPr lang="en-US" sz="3600" b="1" dirty="0" smtClean="0">
                <a:solidFill>
                  <a:schemeClr val="tx1"/>
                </a:solidFill>
                <a:latin typeface="+mn-lt"/>
              </a:rPr>
              <a:t>- The Object Model</a:t>
            </a:r>
            <a:endParaRPr lang="en-US" sz="3600" b="1" dirty="0">
              <a:solidFill>
                <a:schemeClr val="tx1"/>
              </a:solidFill>
              <a:latin typeface="+mn-lt"/>
            </a:endParaRPr>
          </a:p>
        </p:txBody>
      </p:sp>
      <p:sp>
        <p:nvSpPr>
          <p:cNvPr id="7" name="Slide Number Placeholder 6"/>
          <p:cNvSpPr>
            <a:spLocks noGrp="1"/>
          </p:cNvSpPr>
          <p:nvPr>
            <p:ph type="sldNum" sz="quarter" idx="12"/>
          </p:nvPr>
        </p:nvSpPr>
        <p:spPr/>
        <p:txBody>
          <a:bodyPr/>
          <a:lstStyle/>
          <a:p>
            <a:fld id="{8C9F508B-49A9-401E-894D-AEAE0D259B80}" type="slidenum">
              <a:rPr lang="en-US" smtClean="0"/>
              <a:t>8</a:t>
            </a:fld>
            <a:endParaRPr lang="en-US"/>
          </a:p>
        </p:txBody>
      </p:sp>
    </p:spTree>
    <p:extLst>
      <p:ext uri="{BB962C8B-B14F-4D97-AF65-F5344CB8AC3E}">
        <p14:creationId xmlns:p14="http://schemas.microsoft.com/office/powerpoint/2010/main" val="417791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F9BD33-17EB-7062-6CF7-03596296882D}"/>
              </a:ext>
            </a:extLst>
          </p:cNvPr>
          <p:cNvSpPr>
            <a:spLocks noGrp="1"/>
          </p:cNvSpPr>
          <p:nvPr>
            <p:ph type="title"/>
          </p:nvPr>
        </p:nvSpPr>
        <p:spPr>
          <a:xfrm>
            <a:off x="4165252" y="110804"/>
            <a:ext cx="7252710" cy="1138769"/>
          </a:xfrm>
        </p:spPr>
        <p:txBody>
          <a:bodyPr vert="horz" lIns="91440" tIns="45720" rIns="91440" bIns="45720" rtlCol="0" anchor="t">
            <a:normAutofit/>
          </a:bodyPr>
          <a:lstStyle/>
          <a:p>
            <a:r>
              <a:rPr lang="en-US" sz="3900" b="0" i="0" kern="1200" spc="-200" baseline="0" dirty="0">
                <a:latin typeface="+mj-lt"/>
                <a:ea typeface="+mj-ea"/>
                <a:cs typeface="+mj-cs"/>
              </a:rPr>
              <a:t>Writing Windows Applications with Visual Basic</a:t>
            </a:r>
          </a:p>
        </p:txBody>
      </p:sp>
      <p:pic>
        <p:nvPicPr>
          <p:cNvPr id="4" name="Content Placeholder 3" descr="Girl Doing Homework And Taking Exams At Home, Education , Pink Colour Challenge">
            <a:extLst>
              <a:ext uri="{FF2B5EF4-FFF2-40B4-BE49-F238E27FC236}">
                <a16:creationId xmlns:a16="http://schemas.microsoft.com/office/drawing/2014/main" xmlns="" id="{F0359A3A-48FB-4A24-A850-C4E87CD1C8CA}"/>
              </a:ext>
            </a:extLst>
          </p:cNvPr>
          <p:cNvPicPr>
            <a:picLocks noGrp="1" noChangeAspect="1"/>
          </p:cNvPicPr>
          <p:nvPr>
            <p:ph type="pic" sz="quarter" idx="13"/>
          </p:nvPr>
        </p:nvPicPr>
        <p:blipFill>
          <a:blip r:embed="rId3"/>
          <a:srcRect l="56571" r="4268" b="-2"/>
          <a:stretch>
            <a:fillRect/>
          </a:stretch>
        </p:blipFill>
        <p:spPr>
          <a:xfrm>
            <a:off x="20" y="1"/>
            <a:ext cx="4023340" cy="6858000"/>
          </a:xfrm>
        </p:spPr>
      </p:pic>
      <p:sp>
        <p:nvSpPr>
          <p:cNvPr id="5" name="TextBox 4">
            <a:extLst>
              <a:ext uri="{FF2B5EF4-FFF2-40B4-BE49-F238E27FC236}">
                <a16:creationId xmlns:a16="http://schemas.microsoft.com/office/drawing/2014/main" xmlns="" id="{FA6A2E9D-7B14-456D-8DA2-9D39211A611F}"/>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192547" y="1249573"/>
            <a:ext cx="7225415" cy="4212926"/>
          </a:xfrm>
          <a:prstGeom prst="rect">
            <a:avLst/>
          </a:prstGeom>
        </p:spPr>
        <p:txBody>
          <a:bodyPr>
            <a:noAutofit/>
          </a:bodyPr>
          <a:lstStyle/>
          <a:p>
            <a:pPr marL="0" indent="0">
              <a:lnSpc>
                <a:spcPct val="90000"/>
              </a:lnSpc>
              <a:spcBef>
                <a:spcPts val="2500"/>
              </a:spcBef>
              <a:spcAft>
                <a:spcPts val="600"/>
              </a:spcAft>
              <a:buNone/>
            </a:pPr>
            <a:r>
              <a:rPr lang="en-US" b="1" dirty="0"/>
              <a:t>Event-Driven Architecture</a:t>
            </a:r>
          </a:p>
          <a:p>
            <a:pPr marL="0" lvl="1" indent="0">
              <a:lnSpc>
                <a:spcPct val="90000"/>
              </a:lnSpc>
              <a:spcBef>
                <a:spcPts val="1000"/>
              </a:spcBef>
              <a:spcAft>
                <a:spcPts val="600"/>
              </a:spcAft>
              <a:buNone/>
            </a:pPr>
            <a:r>
              <a:rPr lang="en-US" dirty="0"/>
              <a:t>Visual Basic 6.0 uses event-driven programming where controls respond to user interactions like clicks and inputs.</a:t>
            </a:r>
          </a:p>
          <a:p>
            <a:pPr marL="0" indent="0">
              <a:lnSpc>
                <a:spcPct val="90000"/>
              </a:lnSpc>
              <a:spcBef>
                <a:spcPts val="2500"/>
              </a:spcBef>
              <a:spcAft>
                <a:spcPts val="600"/>
              </a:spcAft>
              <a:buNone/>
            </a:pPr>
            <a:r>
              <a:rPr lang="en-US" b="1" dirty="0"/>
              <a:t>Graphical Interface Design</a:t>
            </a:r>
          </a:p>
          <a:p>
            <a:pPr marL="0" lvl="1" indent="0">
              <a:lnSpc>
                <a:spcPct val="90000"/>
              </a:lnSpc>
              <a:spcBef>
                <a:spcPts val="1000"/>
              </a:spcBef>
              <a:spcAft>
                <a:spcPts val="600"/>
              </a:spcAft>
              <a:buNone/>
            </a:pPr>
            <a:r>
              <a:rPr lang="en-US" dirty="0"/>
              <a:t>Developers design forms visually using drag-and-drop tools to add controls like buttons, text boxes, and menus.</a:t>
            </a:r>
          </a:p>
          <a:p>
            <a:pPr marL="0" indent="0">
              <a:lnSpc>
                <a:spcPct val="90000"/>
              </a:lnSpc>
              <a:spcBef>
                <a:spcPts val="2500"/>
              </a:spcBef>
              <a:spcAft>
                <a:spcPts val="600"/>
              </a:spcAft>
              <a:buNone/>
            </a:pPr>
            <a:r>
              <a:rPr lang="en-US" b="1" dirty="0"/>
              <a:t>Modular Project Structure</a:t>
            </a:r>
          </a:p>
          <a:p>
            <a:pPr marL="0" lvl="1" indent="0">
              <a:lnSpc>
                <a:spcPct val="90000"/>
              </a:lnSpc>
              <a:spcBef>
                <a:spcPts val="1000"/>
              </a:spcBef>
              <a:spcAft>
                <a:spcPts val="600"/>
              </a:spcAft>
              <a:buNone/>
            </a:pPr>
            <a:r>
              <a:rPr lang="en-US" dirty="0"/>
              <a:t>Applications are organized into projects containing forms, modules, and classes to support modular development.</a:t>
            </a:r>
          </a:p>
          <a:p>
            <a:pPr marL="0" indent="0">
              <a:lnSpc>
                <a:spcPct val="90000"/>
              </a:lnSpc>
              <a:spcBef>
                <a:spcPts val="2500"/>
              </a:spcBef>
              <a:spcAft>
                <a:spcPts val="600"/>
              </a:spcAft>
              <a:buNone/>
            </a:pPr>
            <a:r>
              <a:rPr lang="en-US" b="1" dirty="0"/>
              <a:t>Rapid Development and Debugging</a:t>
            </a:r>
          </a:p>
          <a:p>
            <a:pPr marL="0" lvl="1" indent="0">
              <a:lnSpc>
                <a:spcPct val="90000"/>
              </a:lnSpc>
              <a:spcBef>
                <a:spcPts val="1000"/>
              </a:spcBef>
              <a:spcAft>
                <a:spcPts val="600"/>
              </a:spcAft>
              <a:buNone/>
            </a:pPr>
            <a:r>
              <a:rPr lang="en-US" dirty="0"/>
              <a:t>VB6 enables rapid prototyping with real-time design feedback and simplified code debugging processes.</a:t>
            </a:r>
          </a:p>
        </p:txBody>
      </p:sp>
    </p:spTree>
    <p:extLst>
      <p:ext uri="{BB962C8B-B14F-4D97-AF65-F5344CB8AC3E}">
        <p14:creationId xmlns:p14="http://schemas.microsoft.com/office/powerpoint/2010/main" val="2175118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CF0661-9232-16A0-B494-A794C33DA58A}"/>
              </a:ext>
            </a:extLst>
          </p:cNvPr>
          <p:cNvSpPr>
            <a:spLocks noGrp="1"/>
          </p:cNvSpPr>
          <p:nvPr>
            <p:ph type="title"/>
          </p:nvPr>
        </p:nvSpPr>
        <p:spPr>
          <a:xfrm>
            <a:off x="336119" y="101839"/>
            <a:ext cx="7252710" cy="1138769"/>
          </a:xfrm>
        </p:spPr>
        <p:txBody>
          <a:bodyPr vert="horz" lIns="91440" tIns="45720" rIns="91440" bIns="45720" rtlCol="0" anchor="t">
            <a:normAutofit/>
          </a:bodyPr>
          <a:lstStyle/>
          <a:p>
            <a:r>
              <a:rPr lang="en-US" b="1" i="0" kern="1200" spc="-200" baseline="0" dirty="0">
                <a:latin typeface="+mj-lt"/>
                <a:ea typeface="+mj-ea"/>
                <a:cs typeface="+mj-cs"/>
              </a:rPr>
              <a:t>The Object Model</a:t>
            </a:r>
          </a:p>
        </p:txBody>
      </p:sp>
      <p:sp>
        <p:nvSpPr>
          <p:cNvPr id="5" name="TextBox 4">
            <a:extLst>
              <a:ext uri="{FF2B5EF4-FFF2-40B4-BE49-F238E27FC236}">
                <a16:creationId xmlns:a16="http://schemas.microsoft.com/office/drawing/2014/main" xmlns="" id="{2FEFEB1F-67B0-4307-B7EE-A4C1E056E35E}"/>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363414" y="941027"/>
            <a:ext cx="7225415" cy="4212926"/>
          </a:xfrm>
          <a:prstGeom prst="rect">
            <a:avLst/>
          </a:prstGeom>
        </p:spPr>
        <p:txBody>
          <a:bodyPr>
            <a:noAutofit/>
          </a:bodyPr>
          <a:lstStyle/>
          <a:p>
            <a:pPr marL="0" indent="0">
              <a:lnSpc>
                <a:spcPct val="90000"/>
              </a:lnSpc>
              <a:spcBef>
                <a:spcPts val="2500"/>
              </a:spcBef>
              <a:spcAft>
                <a:spcPts val="600"/>
              </a:spcAft>
              <a:buNone/>
            </a:pPr>
            <a:r>
              <a:rPr lang="en-US" sz="2000" b="1" dirty="0"/>
              <a:t>Core Components</a:t>
            </a:r>
          </a:p>
          <a:p>
            <a:pPr marL="0" lvl="1" indent="0">
              <a:lnSpc>
                <a:spcPct val="90000"/>
              </a:lnSpc>
              <a:spcBef>
                <a:spcPts val="1000"/>
              </a:spcBef>
              <a:spcAft>
                <a:spcPts val="600"/>
              </a:spcAft>
              <a:buNone/>
            </a:pPr>
            <a:r>
              <a:rPr lang="en-US" sz="2000" dirty="0"/>
              <a:t>The model consists of objects, properties, methods, and events defining application structure and behavior.</a:t>
            </a:r>
          </a:p>
          <a:p>
            <a:pPr marL="0" indent="0">
              <a:lnSpc>
                <a:spcPct val="90000"/>
              </a:lnSpc>
              <a:spcBef>
                <a:spcPts val="2500"/>
              </a:spcBef>
              <a:spcAft>
                <a:spcPts val="600"/>
              </a:spcAft>
              <a:buNone/>
            </a:pPr>
            <a:r>
              <a:rPr lang="en-US" sz="2000" b="1" dirty="0"/>
              <a:t>Hierarchical Structure</a:t>
            </a:r>
          </a:p>
          <a:p>
            <a:pPr marL="0" lvl="1" indent="0">
              <a:lnSpc>
                <a:spcPct val="90000"/>
              </a:lnSpc>
              <a:spcBef>
                <a:spcPts val="1000"/>
              </a:spcBef>
              <a:spcAft>
                <a:spcPts val="600"/>
              </a:spcAft>
              <a:buNone/>
            </a:pPr>
            <a:r>
              <a:rPr lang="en-US" sz="2000" dirty="0"/>
              <a:t>Forms contain controls, and projects contain multiple forms and modules for organized, modular development.</a:t>
            </a:r>
          </a:p>
          <a:p>
            <a:pPr marL="0" indent="0">
              <a:lnSpc>
                <a:spcPct val="90000"/>
              </a:lnSpc>
              <a:spcBef>
                <a:spcPts val="2500"/>
              </a:spcBef>
              <a:spcAft>
                <a:spcPts val="600"/>
              </a:spcAft>
              <a:buNone/>
            </a:pPr>
            <a:r>
              <a:rPr lang="en-US" sz="2000" b="1" dirty="0"/>
              <a:t>Event-Driven Programming</a:t>
            </a:r>
          </a:p>
          <a:p>
            <a:pPr marL="0" lvl="1" indent="0">
              <a:lnSpc>
                <a:spcPct val="90000"/>
              </a:lnSpc>
              <a:spcBef>
                <a:spcPts val="1000"/>
              </a:spcBef>
              <a:spcAft>
                <a:spcPts val="600"/>
              </a:spcAft>
              <a:buNone/>
            </a:pPr>
            <a:r>
              <a:rPr lang="en-US" sz="2000" dirty="0"/>
              <a:t>Events trigger responses to user actions or system changes, enabling interactive applications.</a:t>
            </a:r>
          </a:p>
          <a:p>
            <a:pPr marL="0" indent="0">
              <a:lnSpc>
                <a:spcPct val="90000"/>
              </a:lnSpc>
              <a:spcBef>
                <a:spcPts val="2500"/>
              </a:spcBef>
              <a:spcAft>
                <a:spcPts val="600"/>
              </a:spcAft>
              <a:buNone/>
            </a:pPr>
            <a:r>
              <a:rPr lang="en-US" sz="2000" b="1" dirty="0"/>
              <a:t>Extensibility and Reusability</a:t>
            </a:r>
          </a:p>
          <a:p>
            <a:pPr marL="0" lvl="1" indent="0">
              <a:lnSpc>
                <a:spcPct val="90000"/>
              </a:lnSpc>
              <a:spcBef>
                <a:spcPts val="1000"/>
              </a:spcBef>
              <a:spcAft>
                <a:spcPts val="600"/>
              </a:spcAft>
              <a:buNone/>
            </a:pPr>
            <a:r>
              <a:rPr lang="en-US" sz="2000" dirty="0"/>
              <a:t>Supports custom classes and ActiveX components for scalable, reusable software solutions.</a:t>
            </a:r>
          </a:p>
        </p:txBody>
      </p:sp>
      <p:pic>
        <p:nvPicPr>
          <p:cNvPr id="4" name="Content Placeholder 3" descr="Cubes connected with a red line">
            <a:extLst>
              <a:ext uri="{FF2B5EF4-FFF2-40B4-BE49-F238E27FC236}">
                <a16:creationId xmlns:a16="http://schemas.microsoft.com/office/drawing/2014/main" xmlns="" id="{364B4959-6167-4451-8A22-B0C8259CA3EC}"/>
              </a:ext>
            </a:extLst>
          </p:cNvPr>
          <p:cNvPicPr>
            <a:picLocks noGrp="1" noChangeAspect="1"/>
          </p:cNvPicPr>
          <p:nvPr>
            <p:ph type="pic" sz="quarter" idx="13"/>
          </p:nvPr>
        </p:nvPicPr>
        <p:blipFill>
          <a:blip r:embed="rId3"/>
          <a:srcRect l="29838" r="24989" b="-1"/>
          <a:stretch>
            <a:fillRect/>
          </a:stretch>
        </p:blipFill>
        <p:spPr>
          <a:xfrm>
            <a:off x="8168640" y="1"/>
            <a:ext cx="4023360" cy="6858000"/>
          </a:xfrm>
        </p:spPr>
      </p:pic>
    </p:spTree>
    <p:extLst>
      <p:ext uri="{BB962C8B-B14F-4D97-AF65-F5344CB8AC3E}">
        <p14:creationId xmlns:p14="http://schemas.microsoft.com/office/powerpoint/2010/main" val="3708146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1" y="979261"/>
            <a:ext cx="11210419" cy="4990034"/>
          </a:xfrm>
        </p:spPr>
        <p:txBody>
          <a:bodyPr>
            <a:noAutofit/>
          </a:bodyPr>
          <a:lstStyle/>
          <a:p>
            <a:r>
              <a:rPr lang="en-US" sz="2400" dirty="0" smtClean="0">
                <a:solidFill>
                  <a:schemeClr val="tx1"/>
                </a:solidFill>
              </a:rPr>
              <a:t>When you write a Visual Basic project, you follow a three-step process for writing it. The three-step process are:</a:t>
            </a:r>
          </a:p>
          <a:p>
            <a:pPr marL="1276336" lvl="1" indent="-742950">
              <a:buFont typeface="+mj-lt"/>
              <a:buAutoNum type="arabicPeriod"/>
            </a:pPr>
            <a:r>
              <a:rPr lang="en-US" sz="2400" b="1" dirty="0" smtClean="0">
                <a:solidFill>
                  <a:schemeClr val="tx1"/>
                </a:solidFill>
              </a:rPr>
              <a:t>Drawing the User Interface: </a:t>
            </a:r>
            <a:r>
              <a:rPr lang="en-US" sz="2400" dirty="0" smtClean="0">
                <a:solidFill>
                  <a:schemeClr val="tx1"/>
                </a:solidFill>
              </a:rPr>
              <a:t>To draw the user interface/controls onto the form, you be dragging and dropping controls on the form, or clicking the controls and clicking the form.</a:t>
            </a:r>
            <a:endParaRPr lang="en-US" sz="2400" b="1" dirty="0" smtClean="0">
              <a:solidFill>
                <a:schemeClr val="tx1"/>
              </a:solidFill>
            </a:endParaRPr>
          </a:p>
          <a:p>
            <a:pPr marL="1276336" lvl="1" indent="-742950">
              <a:buFont typeface="+mj-lt"/>
              <a:buAutoNum type="arabicPeriod"/>
            </a:pPr>
            <a:r>
              <a:rPr lang="en-US" sz="2400" b="1" dirty="0" smtClean="0">
                <a:solidFill>
                  <a:schemeClr val="tx1"/>
                </a:solidFill>
              </a:rPr>
              <a:t>Assigning Properties to Controls: </a:t>
            </a:r>
            <a:r>
              <a:rPr lang="en-US" sz="2400" dirty="0" smtClean="0">
                <a:solidFill>
                  <a:schemeClr val="tx1"/>
                </a:solidFill>
              </a:rPr>
              <a:t>When you assign properties to an object, you give each object a name and define such attributes as content of a label, the size of a text, and the word that appear on top of the command buttons and in the form’s title bar. You might think of this as describing the objects.</a:t>
            </a:r>
            <a:endParaRPr lang="en-US" sz="2400" b="1" dirty="0" smtClean="0">
              <a:solidFill>
                <a:schemeClr val="tx1"/>
              </a:solidFill>
            </a:endParaRPr>
          </a:p>
          <a:p>
            <a:pPr marL="1276336" lvl="1" indent="-742950">
              <a:buFont typeface="+mj-lt"/>
              <a:buAutoNum type="arabicPeriod"/>
            </a:pPr>
            <a:r>
              <a:rPr lang="en-US" sz="2400" b="1" dirty="0" smtClean="0">
                <a:solidFill>
                  <a:schemeClr val="tx1"/>
                </a:solidFill>
              </a:rPr>
              <a:t>Writing the Basic Code: </a:t>
            </a:r>
            <a:r>
              <a:rPr lang="en-US" sz="2400" dirty="0" smtClean="0">
                <a:solidFill>
                  <a:schemeClr val="tx1"/>
                </a:solidFill>
              </a:rPr>
              <a:t>This is where you will code the interface with the controls. You will use Basic programming statements called basic codes to carry out the action needed by your program. You will be surprised and pleased by how few statements you need create a powerful window program. You can think of this third step as the action of your program. </a:t>
            </a:r>
            <a:endParaRPr lang="en-US" sz="2400" b="1" dirty="0">
              <a:solidFill>
                <a:schemeClr val="tx1"/>
              </a:solidFill>
            </a:endParaRPr>
          </a:p>
        </p:txBody>
      </p:sp>
      <p:sp>
        <p:nvSpPr>
          <p:cNvPr id="4" name="Title 1"/>
          <p:cNvSpPr>
            <a:spLocks noGrp="1"/>
          </p:cNvSpPr>
          <p:nvPr>
            <p:ph type="title"/>
          </p:nvPr>
        </p:nvSpPr>
        <p:spPr>
          <a:xfrm>
            <a:off x="2160494" y="261832"/>
            <a:ext cx="8379226" cy="822898"/>
          </a:xfrm>
          <a:noFill/>
        </p:spPr>
        <p:txBody>
          <a:bodyPr>
            <a:normAutofit/>
          </a:bodyPr>
          <a:lstStyle/>
          <a:p>
            <a:pPr algn="ctr"/>
            <a:r>
              <a:rPr lang="en-US" sz="3600" b="1" dirty="0" smtClean="0">
                <a:solidFill>
                  <a:schemeClr val="tx1"/>
                </a:solidFill>
                <a:latin typeface="Arial Narrow" panose="020B0606020202030204" pitchFamily="34" charset="0"/>
              </a:rPr>
              <a:t>3.4 Writing Visual Basic Projects</a:t>
            </a:r>
            <a:endParaRPr lang="en-US" sz="3600" b="1" dirty="0">
              <a:solidFill>
                <a:schemeClr val="tx1"/>
              </a:solidFill>
              <a:latin typeface="Arial Narrow" panose="020B0606020202030204" pitchFamily="34" charset="0"/>
            </a:endParaRPr>
          </a:p>
        </p:txBody>
      </p:sp>
      <p:sp>
        <p:nvSpPr>
          <p:cNvPr id="7" name="Slide Number Placeholder 6"/>
          <p:cNvSpPr>
            <a:spLocks noGrp="1"/>
          </p:cNvSpPr>
          <p:nvPr>
            <p:ph type="sldNum" sz="quarter" idx="12"/>
          </p:nvPr>
        </p:nvSpPr>
        <p:spPr/>
        <p:txBody>
          <a:bodyPr/>
          <a:lstStyle/>
          <a:p>
            <a:fld id="{8C9F508B-49A9-401E-894D-AEAE0D259B80}" type="slidenum">
              <a:rPr lang="en-US" smtClean="0"/>
              <a:t>11</a:t>
            </a:fld>
            <a:endParaRPr lang="en-US"/>
          </a:p>
        </p:txBody>
      </p:sp>
    </p:spTree>
    <p:extLst>
      <p:ext uri="{BB962C8B-B14F-4D97-AF65-F5344CB8AC3E}">
        <p14:creationId xmlns:p14="http://schemas.microsoft.com/office/powerpoint/2010/main" val="3823448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7C2A2A-D22E-DD38-11A1-4F92D15BBBC9}"/>
              </a:ext>
            </a:extLst>
          </p:cNvPr>
          <p:cNvSpPr>
            <a:spLocks noGrp="1"/>
          </p:cNvSpPr>
          <p:nvPr>
            <p:ph type="title"/>
          </p:nvPr>
        </p:nvSpPr>
        <p:spPr>
          <a:xfrm>
            <a:off x="4210075" y="316992"/>
            <a:ext cx="7252710" cy="1138769"/>
          </a:xfrm>
        </p:spPr>
        <p:txBody>
          <a:bodyPr vert="horz" lIns="91440" tIns="45720" rIns="91440" bIns="45720" rtlCol="0" anchor="t">
            <a:normAutofit/>
          </a:bodyPr>
          <a:lstStyle/>
          <a:p>
            <a:r>
              <a:rPr lang="en-US" sz="4300" b="0" i="0" kern="1200" spc="-200" baseline="0" dirty="0">
                <a:latin typeface="+mj-lt"/>
                <a:ea typeface="+mj-ea"/>
                <a:cs typeface="+mj-cs"/>
              </a:rPr>
              <a:t>Writing Visual Basic Projects</a:t>
            </a:r>
          </a:p>
        </p:txBody>
      </p:sp>
      <p:pic>
        <p:nvPicPr>
          <p:cNvPr id="4" name="Content Placeholder 3" descr="Computer script on a screen">
            <a:extLst>
              <a:ext uri="{FF2B5EF4-FFF2-40B4-BE49-F238E27FC236}">
                <a16:creationId xmlns:a16="http://schemas.microsoft.com/office/drawing/2014/main" xmlns="" id="{A58ABAFC-0E4D-4C49-9D82-836C024BD00D}"/>
              </a:ext>
            </a:extLst>
          </p:cNvPr>
          <p:cNvPicPr>
            <a:picLocks noGrp="1" noChangeAspect="1"/>
          </p:cNvPicPr>
          <p:nvPr>
            <p:ph type="pic" sz="quarter" idx="13"/>
          </p:nvPr>
        </p:nvPicPr>
        <p:blipFill>
          <a:blip r:embed="rId3"/>
          <a:srcRect l="10113" r="50726" b="-2"/>
          <a:stretch>
            <a:fillRect/>
          </a:stretch>
        </p:blipFill>
        <p:spPr>
          <a:xfrm>
            <a:off x="20" y="1"/>
            <a:ext cx="4023340" cy="6858000"/>
          </a:xfrm>
        </p:spPr>
      </p:pic>
      <p:sp>
        <p:nvSpPr>
          <p:cNvPr id="5" name="TextBox 4">
            <a:extLst>
              <a:ext uri="{FF2B5EF4-FFF2-40B4-BE49-F238E27FC236}">
                <a16:creationId xmlns:a16="http://schemas.microsoft.com/office/drawing/2014/main" xmlns="" id="{B3BDB5CD-1246-45E2-9DE6-CCF37C00F061}"/>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237370" y="1245827"/>
            <a:ext cx="7225415" cy="4212926"/>
          </a:xfrm>
          <a:prstGeom prst="rect">
            <a:avLst/>
          </a:prstGeom>
        </p:spPr>
        <p:txBody>
          <a:bodyPr>
            <a:noAutofit/>
          </a:bodyPr>
          <a:lstStyle/>
          <a:p>
            <a:pPr marL="0" indent="0">
              <a:lnSpc>
                <a:spcPct val="90000"/>
              </a:lnSpc>
              <a:spcBef>
                <a:spcPts val="2500"/>
              </a:spcBef>
              <a:spcAft>
                <a:spcPts val="600"/>
              </a:spcAft>
              <a:buNone/>
            </a:pPr>
            <a:r>
              <a:rPr lang="en-US" sz="2000" b="1" dirty="0"/>
              <a:t>Project Setup and UI Design</a:t>
            </a:r>
          </a:p>
          <a:p>
            <a:pPr marL="0" lvl="1" indent="0">
              <a:lnSpc>
                <a:spcPct val="90000"/>
              </a:lnSpc>
              <a:spcBef>
                <a:spcPts val="1000"/>
              </a:spcBef>
              <a:spcAft>
                <a:spcPts val="600"/>
              </a:spcAft>
              <a:buNone/>
            </a:pPr>
            <a:r>
              <a:rPr lang="en-US" sz="2000" dirty="0"/>
              <a:t>Start VB6 projects by creating new projects and designing user interfaces with forms and controls.</a:t>
            </a:r>
          </a:p>
          <a:p>
            <a:pPr marL="0" indent="0">
              <a:lnSpc>
                <a:spcPct val="90000"/>
              </a:lnSpc>
              <a:spcBef>
                <a:spcPts val="2500"/>
              </a:spcBef>
              <a:spcAft>
                <a:spcPts val="600"/>
              </a:spcAft>
              <a:buNone/>
            </a:pPr>
            <a:r>
              <a:rPr lang="en-US" sz="2000" b="1" dirty="0"/>
              <a:t>Event-driven Coding</a:t>
            </a:r>
          </a:p>
          <a:p>
            <a:pPr marL="0" lvl="1" indent="0">
              <a:lnSpc>
                <a:spcPct val="90000"/>
              </a:lnSpc>
              <a:spcBef>
                <a:spcPts val="1000"/>
              </a:spcBef>
              <a:spcAft>
                <a:spcPts val="600"/>
              </a:spcAft>
              <a:buNone/>
            </a:pPr>
            <a:r>
              <a:rPr lang="en-US" sz="2000" dirty="0"/>
              <a:t>Write event procedures responding to user actions like button clicks using VB6’s intuitive syntax.</a:t>
            </a:r>
          </a:p>
          <a:p>
            <a:pPr marL="0" indent="0">
              <a:lnSpc>
                <a:spcPct val="90000"/>
              </a:lnSpc>
              <a:spcBef>
                <a:spcPts val="2500"/>
              </a:spcBef>
              <a:spcAft>
                <a:spcPts val="600"/>
              </a:spcAft>
              <a:buNone/>
            </a:pPr>
            <a:r>
              <a:rPr lang="en-US" sz="2000" b="1" dirty="0"/>
              <a:t>Modularity and Code Reuse</a:t>
            </a:r>
          </a:p>
          <a:p>
            <a:pPr marL="0" lvl="1" indent="0">
              <a:lnSpc>
                <a:spcPct val="90000"/>
              </a:lnSpc>
              <a:spcBef>
                <a:spcPts val="1000"/>
              </a:spcBef>
              <a:spcAft>
                <a:spcPts val="600"/>
              </a:spcAft>
              <a:buNone/>
            </a:pPr>
            <a:r>
              <a:rPr lang="en-US" sz="2000" dirty="0"/>
              <a:t>Use modules for shared procedures and functions to improve code reuse and maintainability.</a:t>
            </a:r>
          </a:p>
          <a:p>
            <a:pPr marL="0" indent="0">
              <a:lnSpc>
                <a:spcPct val="90000"/>
              </a:lnSpc>
              <a:spcBef>
                <a:spcPts val="2500"/>
              </a:spcBef>
              <a:spcAft>
                <a:spcPts val="600"/>
              </a:spcAft>
              <a:buNone/>
            </a:pPr>
            <a:r>
              <a:rPr lang="en-US" sz="2000" b="1" dirty="0"/>
              <a:t>Database Integration and Debugging</a:t>
            </a:r>
          </a:p>
          <a:p>
            <a:pPr marL="0" lvl="1" indent="0">
              <a:lnSpc>
                <a:spcPct val="90000"/>
              </a:lnSpc>
              <a:spcBef>
                <a:spcPts val="1000"/>
              </a:spcBef>
              <a:spcAft>
                <a:spcPts val="600"/>
              </a:spcAft>
              <a:buNone/>
            </a:pPr>
            <a:r>
              <a:rPr lang="en-US" sz="2000" dirty="0"/>
              <a:t>Integrate databases with DAO or ADO and use debugging tools like breakpoints to fix errors.</a:t>
            </a:r>
          </a:p>
        </p:txBody>
      </p:sp>
    </p:spTree>
    <p:extLst>
      <p:ext uri="{BB962C8B-B14F-4D97-AF65-F5344CB8AC3E}">
        <p14:creationId xmlns:p14="http://schemas.microsoft.com/office/powerpoint/2010/main" val="33623816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3059" y="623089"/>
            <a:ext cx="10917619" cy="5733261"/>
          </a:xfrm>
          <a:noFill/>
        </p:spPr>
        <p:txBody>
          <a:bodyPr>
            <a:noAutofit/>
          </a:bodyPr>
          <a:lstStyle/>
          <a:p>
            <a:r>
              <a:rPr lang="en-US" sz="2400" dirty="0" smtClean="0">
                <a:solidFill>
                  <a:schemeClr val="tx1"/>
                </a:solidFill>
              </a:rPr>
              <a:t>Each Visual Basic project consist of at least two and usually more files.</a:t>
            </a:r>
          </a:p>
          <a:p>
            <a:pPr marL="0" indent="0">
              <a:buNone/>
            </a:pPr>
            <a:endParaRPr lang="en-US" sz="2400" dirty="0" smtClean="0">
              <a:solidFill>
                <a:schemeClr val="tx1"/>
              </a:solidFill>
            </a:endParaRPr>
          </a:p>
          <a:p>
            <a:pPr marL="533386" lvl="1" indent="0">
              <a:buNone/>
            </a:pPr>
            <a:r>
              <a:rPr lang="en-US" sz="2400" b="1" dirty="0" smtClean="0">
                <a:solidFill>
                  <a:schemeClr val="tx1"/>
                </a:solidFill>
              </a:rPr>
              <a:t>1.</a:t>
            </a:r>
            <a:r>
              <a:rPr lang="en-US" sz="2400" dirty="0" smtClean="0">
                <a:solidFill>
                  <a:schemeClr val="tx1"/>
                </a:solidFill>
              </a:rPr>
              <a:t> The </a:t>
            </a:r>
            <a:r>
              <a:rPr lang="en-US" sz="2400" b="1" dirty="0" smtClean="0">
                <a:solidFill>
                  <a:schemeClr val="tx1"/>
                </a:solidFill>
              </a:rPr>
              <a:t>.</a:t>
            </a:r>
            <a:r>
              <a:rPr lang="en-US" sz="2400" b="1" dirty="0" err="1" smtClean="0">
                <a:solidFill>
                  <a:schemeClr val="tx1"/>
                </a:solidFill>
              </a:rPr>
              <a:t>vbp</a:t>
            </a:r>
            <a:r>
              <a:rPr lang="en-US" sz="2400" b="1" dirty="0" smtClean="0">
                <a:solidFill>
                  <a:schemeClr val="tx1"/>
                </a:solidFill>
              </a:rPr>
              <a:t> </a:t>
            </a:r>
            <a:r>
              <a:rPr lang="en-US" sz="2400" dirty="0" smtClean="0">
                <a:solidFill>
                  <a:schemeClr val="tx1"/>
                </a:solidFill>
              </a:rPr>
              <a:t>file, called the project file, is a small text file that holds the name of the other files in the project, as well as some information about the VB environment. (Note that if you are using release 2.0 or 3.0 of Visual </a:t>
            </a:r>
            <a:r>
              <a:rPr lang="en-US" sz="2400" dirty="0">
                <a:solidFill>
                  <a:schemeClr val="tx1"/>
                </a:solidFill>
              </a:rPr>
              <a:t>B</a:t>
            </a:r>
            <a:r>
              <a:rPr lang="en-US" sz="2400" dirty="0" smtClean="0">
                <a:solidFill>
                  <a:schemeClr val="tx1"/>
                </a:solidFill>
              </a:rPr>
              <a:t>asic, project file will have a </a:t>
            </a:r>
            <a:r>
              <a:rPr lang="en-US" sz="2400" b="1" dirty="0" smtClean="0">
                <a:solidFill>
                  <a:schemeClr val="tx1"/>
                </a:solidFill>
              </a:rPr>
              <a:t>.</a:t>
            </a:r>
            <a:r>
              <a:rPr lang="en-US" sz="2400" b="1" dirty="0" err="1" smtClean="0">
                <a:solidFill>
                  <a:schemeClr val="tx1"/>
                </a:solidFill>
              </a:rPr>
              <a:t>mak</a:t>
            </a:r>
            <a:r>
              <a:rPr lang="en-US" sz="2400" b="1" dirty="0" smtClean="0">
                <a:solidFill>
                  <a:schemeClr val="tx1"/>
                </a:solidFill>
              </a:rPr>
              <a:t> </a:t>
            </a:r>
            <a:r>
              <a:rPr lang="en-US" sz="2400" dirty="0" smtClean="0">
                <a:solidFill>
                  <a:schemeClr val="tx1"/>
                </a:solidFill>
              </a:rPr>
              <a:t>extension.)</a:t>
            </a:r>
          </a:p>
          <a:p>
            <a:pPr marL="533386" lvl="1" indent="0">
              <a:buNone/>
            </a:pPr>
            <a:endParaRPr lang="en-US" sz="2400" dirty="0" smtClean="0">
              <a:solidFill>
                <a:schemeClr val="tx1"/>
              </a:solidFill>
            </a:endParaRPr>
          </a:p>
          <a:p>
            <a:pPr marL="533386" lvl="1" indent="0">
              <a:buNone/>
            </a:pPr>
            <a:r>
              <a:rPr lang="en-US" sz="2400" b="1" dirty="0" smtClean="0">
                <a:solidFill>
                  <a:schemeClr val="tx1"/>
                </a:solidFill>
              </a:rPr>
              <a:t>2.</a:t>
            </a:r>
            <a:r>
              <a:rPr lang="en-US" sz="2400" dirty="0" smtClean="0">
                <a:solidFill>
                  <a:schemeClr val="tx1"/>
                </a:solidFill>
              </a:rPr>
              <a:t> Each form in your project is saved in a file with a </a:t>
            </a:r>
            <a:r>
              <a:rPr lang="en-US" sz="2400" b="1" dirty="0" smtClean="0">
                <a:solidFill>
                  <a:schemeClr val="tx1"/>
                </a:solidFill>
              </a:rPr>
              <a:t>.</a:t>
            </a:r>
            <a:r>
              <a:rPr lang="en-US" sz="2400" b="1" dirty="0" err="1" smtClean="0">
                <a:solidFill>
                  <a:schemeClr val="tx1"/>
                </a:solidFill>
              </a:rPr>
              <a:t>frm</a:t>
            </a:r>
            <a:r>
              <a:rPr lang="en-US" sz="2400" b="1" dirty="0" smtClean="0">
                <a:solidFill>
                  <a:schemeClr val="tx1"/>
                </a:solidFill>
              </a:rPr>
              <a:t> </a:t>
            </a:r>
            <a:r>
              <a:rPr lang="en-US" sz="2400" dirty="0" smtClean="0">
                <a:solidFill>
                  <a:schemeClr val="tx1"/>
                </a:solidFill>
              </a:rPr>
              <a:t>extension. To begin, your project will only have one form (and therefore one form file). Later you can expect your project to have several forms, with one </a:t>
            </a:r>
            <a:r>
              <a:rPr lang="en-US" sz="2400" b="1" dirty="0" smtClean="0">
                <a:solidFill>
                  <a:schemeClr val="tx1"/>
                </a:solidFill>
              </a:rPr>
              <a:t>.</a:t>
            </a:r>
            <a:r>
              <a:rPr lang="en-US" sz="2400" b="1" dirty="0" err="1" smtClean="0">
                <a:solidFill>
                  <a:schemeClr val="tx1"/>
                </a:solidFill>
              </a:rPr>
              <a:t>frm</a:t>
            </a:r>
            <a:r>
              <a:rPr lang="en-US" sz="2400" b="1" dirty="0" smtClean="0">
                <a:solidFill>
                  <a:schemeClr val="tx1"/>
                </a:solidFill>
              </a:rPr>
              <a:t> </a:t>
            </a:r>
            <a:r>
              <a:rPr lang="en-US" sz="2400" dirty="0" smtClean="0">
                <a:solidFill>
                  <a:schemeClr val="tx1"/>
                </a:solidFill>
              </a:rPr>
              <a:t>file for each form. A form hold a description of all objects and their properties for the form, as well as basic codes you have written to respond to the events. In Visual Basic, each of these form file is referred to as a </a:t>
            </a:r>
            <a:r>
              <a:rPr lang="en-US" sz="2400" b="1" dirty="0" smtClean="0">
                <a:solidFill>
                  <a:schemeClr val="tx1"/>
                </a:solidFill>
              </a:rPr>
              <a:t>form module</a:t>
            </a:r>
            <a:r>
              <a:rPr lang="en-US" sz="2400" dirty="0" smtClean="0">
                <a:solidFill>
                  <a:schemeClr val="tx1"/>
                </a:solidFill>
              </a:rPr>
              <a:t>.</a:t>
            </a:r>
          </a:p>
        </p:txBody>
      </p:sp>
      <p:sp>
        <p:nvSpPr>
          <p:cNvPr id="5" name="Date Placeholder 4"/>
          <p:cNvSpPr>
            <a:spLocks noGrp="1"/>
          </p:cNvSpPr>
          <p:nvPr>
            <p:ph type="dt" sz="half" idx="10"/>
          </p:nvPr>
        </p:nvSpPr>
        <p:spPr/>
        <p:txBody>
          <a:bodyPr/>
          <a:lstStyle/>
          <a:p>
            <a:fld id="{E7B2C126-95F9-4A83-8C9C-5A2799590B34}" type="datetime1">
              <a:rPr lang="en-US" smtClean="0"/>
              <a:t>2/4/2026</a:t>
            </a:fld>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13</a:t>
            </a:fld>
            <a:endParaRPr lang="en-US"/>
          </a:p>
        </p:txBody>
      </p:sp>
    </p:spTree>
    <p:extLst>
      <p:ext uri="{BB962C8B-B14F-4D97-AF65-F5344CB8AC3E}">
        <p14:creationId xmlns:p14="http://schemas.microsoft.com/office/powerpoint/2010/main" val="3953452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9624" y="797441"/>
            <a:ext cx="10997259" cy="5050465"/>
          </a:xfrm>
        </p:spPr>
        <p:txBody>
          <a:bodyPr>
            <a:normAutofit/>
          </a:bodyPr>
          <a:lstStyle/>
          <a:p>
            <a:pPr marL="533386" lvl="1" indent="0">
              <a:buNone/>
            </a:pPr>
            <a:r>
              <a:rPr lang="en-US" sz="2400" dirty="0" smtClean="0"/>
              <a:t>3. </a:t>
            </a:r>
            <a:r>
              <a:rPr lang="en-US" sz="2400" dirty="0" smtClean="0">
                <a:solidFill>
                  <a:schemeClr val="tx1"/>
                </a:solidFill>
              </a:rPr>
              <a:t>Optionally</a:t>
            </a:r>
            <a:r>
              <a:rPr lang="en-US" sz="2400" dirty="0">
                <a:solidFill>
                  <a:schemeClr val="tx1"/>
                </a:solidFill>
              </a:rPr>
              <a:t>, your project can have </a:t>
            </a:r>
            <a:r>
              <a:rPr lang="en-US" sz="2400" b="1" dirty="0">
                <a:solidFill>
                  <a:schemeClr val="tx1"/>
                </a:solidFill>
              </a:rPr>
              <a:t>.bas </a:t>
            </a:r>
            <a:r>
              <a:rPr lang="en-US" sz="2400" dirty="0">
                <a:solidFill>
                  <a:schemeClr val="tx1"/>
                </a:solidFill>
              </a:rPr>
              <a:t>extension files. These files holds basic statements that can be accessed from any form. As soon as you began writing multiform projects, you will need </a:t>
            </a:r>
            <a:r>
              <a:rPr lang="en-US" sz="2400" b="1" dirty="0">
                <a:solidFill>
                  <a:schemeClr val="tx1"/>
                </a:solidFill>
              </a:rPr>
              <a:t>.bas </a:t>
            </a:r>
            <a:r>
              <a:rPr lang="en-US" sz="2400" dirty="0">
                <a:solidFill>
                  <a:schemeClr val="tx1"/>
                </a:solidFill>
              </a:rPr>
              <a:t>files. The </a:t>
            </a:r>
            <a:r>
              <a:rPr lang="en-US" sz="2400" b="1" dirty="0">
                <a:solidFill>
                  <a:schemeClr val="tx1"/>
                </a:solidFill>
              </a:rPr>
              <a:t>.bas </a:t>
            </a:r>
            <a:r>
              <a:rPr lang="en-US" sz="2400" dirty="0">
                <a:solidFill>
                  <a:schemeClr val="tx1"/>
                </a:solidFill>
              </a:rPr>
              <a:t>files are called </a:t>
            </a:r>
            <a:r>
              <a:rPr lang="en-US" sz="2400" b="1" dirty="0">
                <a:solidFill>
                  <a:schemeClr val="tx1"/>
                </a:solidFill>
              </a:rPr>
              <a:t>standard code modules</a:t>
            </a:r>
            <a:r>
              <a:rPr lang="en-US" sz="2400" dirty="0" smtClean="0">
                <a:solidFill>
                  <a:schemeClr val="tx1"/>
                </a:solidFill>
              </a:rPr>
              <a:t>.</a:t>
            </a:r>
          </a:p>
          <a:p>
            <a:pPr marL="533386" lvl="1" indent="0">
              <a:buNone/>
            </a:pPr>
            <a:endParaRPr lang="en-US" sz="2400" dirty="0">
              <a:solidFill>
                <a:schemeClr val="tx1"/>
              </a:solidFill>
            </a:endParaRPr>
          </a:p>
          <a:p>
            <a:pPr marL="533386" lvl="1" indent="0">
              <a:buNone/>
            </a:pPr>
            <a:r>
              <a:rPr lang="en-US" sz="2400" dirty="0" smtClean="0">
                <a:solidFill>
                  <a:schemeClr val="tx1"/>
                </a:solidFill>
              </a:rPr>
              <a:t>4. Additional </a:t>
            </a:r>
            <a:r>
              <a:rPr lang="en-US" sz="2400" dirty="0">
                <a:solidFill>
                  <a:schemeClr val="tx1"/>
                </a:solidFill>
              </a:rPr>
              <a:t>controls called custom controls are stored in files with a </a:t>
            </a:r>
            <a:r>
              <a:rPr lang="en-US" sz="2400" b="1" dirty="0">
                <a:solidFill>
                  <a:schemeClr val="tx1"/>
                </a:solidFill>
              </a:rPr>
              <a:t>.</a:t>
            </a:r>
            <a:r>
              <a:rPr lang="en-US" sz="2400" b="1" dirty="0" err="1">
                <a:solidFill>
                  <a:schemeClr val="tx1"/>
                </a:solidFill>
              </a:rPr>
              <a:t>ocx</a:t>
            </a:r>
            <a:r>
              <a:rPr lang="en-US" sz="2400" b="1" dirty="0">
                <a:solidFill>
                  <a:schemeClr val="tx1"/>
                </a:solidFill>
              </a:rPr>
              <a:t> </a:t>
            </a:r>
            <a:r>
              <a:rPr lang="en-US" sz="2400" dirty="0">
                <a:solidFill>
                  <a:schemeClr val="tx1"/>
                </a:solidFill>
              </a:rPr>
              <a:t>extension. If you include controls in your project that are not part of the standard control set, the </a:t>
            </a:r>
            <a:r>
              <a:rPr lang="en-US" sz="2400" b="1" dirty="0">
                <a:solidFill>
                  <a:schemeClr val="tx1"/>
                </a:solidFill>
              </a:rPr>
              <a:t>.</a:t>
            </a:r>
            <a:r>
              <a:rPr lang="en-US" sz="2400" b="1" dirty="0" err="1">
                <a:solidFill>
                  <a:schemeClr val="tx1"/>
                </a:solidFill>
              </a:rPr>
              <a:t>ocx</a:t>
            </a:r>
            <a:r>
              <a:rPr lang="en-US" sz="2400" b="1" dirty="0">
                <a:solidFill>
                  <a:schemeClr val="tx1"/>
                </a:solidFill>
              </a:rPr>
              <a:t> </a:t>
            </a:r>
            <a:r>
              <a:rPr lang="en-US" sz="2400" dirty="0">
                <a:solidFill>
                  <a:schemeClr val="tx1"/>
                </a:solidFill>
              </a:rPr>
              <a:t>file name will be included in the project</a:t>
            </a:r>
            <a:r>
              <a:rPr lang="en-US" sz="2400" dirty="0" smtClean="0">
                <a:solidFill>
                  <a:schemeClr val="tx1"/>
                </a:solidFill>
              </a:rPr>
              <a:t>.</a:t>
            </a:r>
          </a:p>
          <a:p>
            <a:pPr marL="533386" lvl="1" indent="0">
              <a:buNone/>
            </a:pPr>
            <a:endParaRPr lang="en-US" sz="2400" dirty="0">
              <a:solidFill>
                <a:schemeClr val="tx1"/>
              </a:solidFill>
            </a:endParaRPr>
          </a:p>
          <a:p>
            <a:pPr marL="533386" lvl="1" indent="0">
              <a:buNone/>
            </a:pPr>
            <a:r>
              <a:rPr lang="en-US" sz="2400" dirty="0" smtClean="0">
                <a:solidFill>
                  <a:schemeClr val="tx1"/>
                </a:solidFill>
              </a:rPr>
              <a:t>5. After </a:t>
            </a:r>
            <a:r>
              <a:rPr lang="en-US" sz="2400" dirty="0">
                <a:solidFill>
                  <a:schemeClr val="tx1"/>
                </a:solidFill>
              </a:rPr>
              <a:t>you saved a project, Visual Basic automatically adds one or more files to your project with an extension of </a:t>
            </a:r>
            <a:r>
              <a:rPr lang="en-US" sz="2400" b="1" dirty="0">
                <a:solidFill>
                  <a:schemeClr val="tx1"/>
                </a:solidFill>
              </a:rPr>
              <a:t>.</a:t>
            </a:r>
            <a:r>
              <a:rPr lang="en-US" sz="2400" b="1" dirty="0" err="1">
                <a:solidFill>
                  <a:schemeClr val="tx1"/>
                </a:solidFill>
              </a:rPr>
              <a:t>vbw</a:t>
            </a:r>
            <a:r>
              <a:rPr lang="en-US" sz="2400" dirty="0">
                <a:solidFill>
                  <a:schemeClr val="tx1"/>
                </a:solidFill>
              </a:rPr>
              <a:t>. This file holds information about each of your project forms</a:t>
            </a:r>
            <a:r>
              <a:rPr lang="en-US" sz="2400" dirty="0" smtClean="0">
                <a:solidFill>
                  <a:schemeClr val="tx1"/>
                </a:solidFill>
              </a:rPr>
              <a:t>.</a:t>
            </a:r>
            <a:endParaRPr lang="en-US" sz="2400" dirty="0">
              <a:solidFill>
                <a:schemeClr val="tx1"/>
              </a:solidFill>
            </a:endParaRPr>
          </a:p>
        </p:txBody>
      </p:sp>
      <p:sp>
        <p:nvSpPr>
          <p:cNvPr id="4" name="Date Placeholder 3"/>
          <p:cNvSpPr>
            <a:spLocks noGrp="1"/>
          </p:cNvSpPr>
          <p:nvPr>
            <p:ph type="dt" sz="half" idx="10"/>
          </p:nvPr>
        </p:nvSpPr>
        <p:spPr/>
        <p:txBody>
          <a:bodyPr/>
          <a:lstStyle/>
          <a:p>
            <a:fld id="{AEAF58B3-A89E-4551-AD4C-8C3B09303D18}" type="datetime1">
              <a:rPr lang="en-US" smtClean="0"/>
              <a:t>2/4/2026</a:t>
            </a:fld>
            <a:endParaRPr lang="en-US"/>
          </a:p>
        </p:txBody>
      </p:sp>
      <p:sp>
        <p:nvSpPr>
          <p:cNvPr id="6" name="Slide Number Placeholder 5"/>
          <p:cNvSpPr>
            <a:spLocks noGrp="1"/>
          </p:cNvSpPr>
          <p:nvPr>
            <p:ph type="sldNum" sz="quarter" idx="12"/>
          </p:nvPr>
        </p:nvSpPr>
        <p:spPr/>
        <p:txBody>
          <a:bodyPr/>
          <a:lstStyle/>
          <a:p>
            <a:fld id="{8C9F508B-49A9-401E-894D-AEAE0D259B80}" type="slidenum">
              <a:rPr lang="en-US" smtClean="0"/>
              <a:t>14</a:t>
            </a:fld>
            <a:endParaRPr lang="en-US"/>
          </a:p>
        </p:txBody>
      </p:sp>
    </p:spTree>
    <p:extLst>
      <p:ext uri="{BB962C8B-B14F-4D97-AF65-F5344CB8AC3E}">
        <p14:creationId xmlns:p14="http://schemas.microsoft.com/office/powerpoint/2010/main" val="119358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886075" y="1600200"/>
            <a:ext cx="6638925" cy="4629150"/>
          </a:xfrm>
          <a:prstGeom prst="rect">
            <a:avLst/>
          </a:prstGeom>
        </p:spPr>
      </p:pic>
      <p:cxnSp>
        <p:nvCxnSpPr>
          <p:cNvPr id="9" name="Straight Arrow Connector 8"/>
          <p:cNvCxnSpPr/>
          <p:nvPr/>
        </p:nvCxnSpPr>
        <p:spPr>
          <a:xfrm>
            <a:off x="1838325" y="1438275"/>
            <a:ext cx="1123950" cy="314326"/>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p:cNvCxnSpPr/>
          <p:nvPr/>
        </p:nvCxnSpPr>
        <p:spPr>
          <a:xfrm flipV="1">
            <a:off x="2019300" y="2476500"/>
            <a:ext cx="1857375" cy="1114425"/>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p:cNvCxnSpPr/>
          <p:nvPr/>
        </p:nvCxnSpPr>
        <p:spPr>
          <a:xfrm flipH="1">
            <a:off x="5286376" y="904875"/>
            <a:ext cx="1371599" cy="1000125"/>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a:xfrm>
            <a:off x="1693911" y="2214735"/>
            <a:ext cx="1397794"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p:cNvCxnSpPr/>
          <p:nvPr/>
        </p:nvCxnSpPr>
        <p:spPr>
          <a:xfrm flipH="1">
            <a:off x="7219950" y="1314450"/>
            <a:ext cx="904875" cy="74295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p:cNvCxnSpPr/>
          <p:nvPr/>
        </p:nvCxnSpPr>
        <p:spPr>
          <a:xfrm flipH="1">
            <a:off x="8947335" y="2362200"/>
            <a:ext cx="1247775"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p:cNvCxnSpPr/>
          <p:nvPr/>
        </p:nvCxnSpPr>
        <p:spPr>
          <a:xfrm flipH="1">
            <a:off x="9058276" y="2990850"/>
            <a:ext cx="1190624" cy="1"/>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flipH="1">
            <a:off x="8877301" y="4733924"/>
            <a:ext cx="1181099" cy="1"/>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8" name="TextBox 27"/>
          <p:cNvSpPr txBox="1"/>
          <p:nvPr/>
        </p:nvSpPr>
        <p:spPr>
          <a:xfrm>
            <a:off x="609600" y="3590925"/>
            <a:ext cx="1991916" cy="369332"/>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1. Form Window</a:t>
            </a:r>
            <a:endParaRPr lang="en-US" b="1"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596051" y="2013480"/>
            <a:ext cx="1296064" cy="369332"/>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5. Toolbox</a:t>
            </a:r>
            <a:endParaRPr lang="en-US" b="1" dirty="0">
              <a:latin typeface="Times New Roman" panose="02020603050405020304" pitchFamily="18" charset="0"/>
              <a:cs typeface="Times New Roman" panose="02020603050405020304" pitchFamily="18" charset="0"/>
            </a:endParaRPr>
          </a:p>
        </p:txBody>
      </p:sp>
      <p:sp>
        <p:nvSpPr>
          <p:cNvPr id="30" name="TextBox 29"/>
          <p:cNvSpPr txBox="1"/>
          <p:nvPr/>
        </p:nvSpPr>
        <p:spPr>
          <a:xfrm>
            <a:off x="124384" y="1062694"/>
            <a:ext cx="1713942" cy="646331"/>
          </a:xfrm>
          <a:prstGeom prst="rect">
            <a:avLst/>
          </a:prstGeom>
          <a:solidFill>
            <a:schemeClr val="bg1"/>
          </a:solid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7. Main Visual Basic Window</a:t>
            </a:r>
            <a:endParaRPr lang="en-US" b="1" dirty="0">
              <a:latin typeface="Times New Roman" panose="02020603050405020304" pitchFamily="18" charset="0"/>
              <a:cs typeface="Times New Roman" panose="02020603050405020304" pitchFamily="18" charset="0"/>
            </a:endParaRPr>
          </a:p>
        </p:txBody>
      </p:sp>
      <p:sp>
        <p:nvSpPr>
          <p:cNvPr id="31" name="TextBox 30"/>
          <p:cNvSpPr txBox="1"/>
          <p:nvPr/>
        </p:nvSpPr>
        <p:spPr>
          <a:xfrm>
            <a:off x="5901071" y="627876"/>
            <a:ext cx="1629282" cy="369332"/>
          </a:xfrm>
          <a:prstGeom prst="rect">
            <a:avLst/>
          </a:prstGeom>
          <a:solidFill>
            <a:schemeClr val="bg1"/>
          </a:solid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8. Menu Bar</a:t>
            </a:r>
            <a:endParaRPr lang="en-US" b="1" dirty="0">
              <a:latin typeface="Times New Roman" panose="02020603050405020304" pitchFamily="18" charset="0"/>
              <a:cs typeface="Times New Roman" panose="02020603050405020304" pitchFamily="18" charset="0"/>
            </a:endParaRPr>
          </a:p>
        </p:txBody>
      </p:sp>
      <p:sp>
        <p:nvSpPr>
          <p:cNvPr id="32" name="TextBox 31"/>
          <p:cNvSpPr txBox="1"/>
          <p:nvPr/>
        </p:nvSpPr>
        <p:spPr>
          <a:xfrm>
            <a:off x="8001000" y="1110524"/>
            <a:ext cx="1466850" cy="369332"/>
          </a:xfrm>
          <a:prstGeom prst="rect">
            <a:avLst/>
          </a:prstGeom>
          <a:solidFill>
            <a:schemeClr val="bg1"/>
          </a:solid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6. Toolbar</a:t>
            </a:r>
            <a:endParaRPr lang="en-US" b="1"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10195110" y="2121512"/>
            <a:ext cx="1870606" cy="646331"/>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2. Project Explorer</a:t>
            </a:r>
            <a:endParaRPr lang="en-US" b="1"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10195110" y="2806184"/>
            <a:ext cx="2037577" cy="646331"/>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3. Property Window</a:t>
            </a:r>
            <a:endParaRPr lang="en-US" b="1" dirty="0">
              <a:latin typeface="Times New Roman" panose="02020603050405020304" pitchFamily="18" charset="0"/>
              <a:cs typeface="Times New Roman" panose="02020603050405020304" pitchFamily="18" charset="0"/>
            </a:endParaRPr>
          </a:p>
        </p:txBody>
      </p:sp>
      <p:sp>
        <p:nvSpPr>
          <p:cNvPr id="35" name="TextBox 34"/>
          <p:cNvSpPr txBox="1"/>
          <p:nvPr/>
        </p:nvSpPr>
        <p:spPr>
          <a:xfrm>
            <a:off x="10069820" y="4410758"/>
            <a:ext cx="1880133" cy="646331"/>
          </a:xfrm>
          <a:prstGeom prst="rect">
            <a:avLst/>
          </a:prstGeom>
          <a:noFill/>
        </p:spPr>
        <p:txBody>
          <a:bodyPr wrap="square" rtlCol="0">
            <a:spAutoFit/>
          </a:bodyPr>
          <a:lstStyle/>
          <a:p>
            <a:r>
              <a:rPr lang="en-US" b="1" dirty="0" smtClean="0">
                <a:latin typeface="Times New Roman" panose="02020603050405020304" pitchFamily="18" charset="0"/>
                <a:cs typeface="Times New Roman" panose="02020603050405020304" pitchFamily="18" charset="0"/>
              </a:rPr>
              <a:t>4. Form Layout Window</a:t>
            </a:r>
            <a:endParaRPr lang="en-US" b="1" dirty="0">
              <a:latin typeface="Times New Roman" panose="02020603050405020304" pitchFamily="18" charset="0"/>
              <a:cs typeface="Times New Roman" panose="02020603050405020304" pitchFamily="18" charset="0"/>
            </a:endParaRPr>
          </a:p>
        </p:txBody>
      </p:sp>
      <p:sp>
        <p:nvSpPr>
          <p:cNvPr id="47" name="Slide Number Placeholder 46"/>
          <p:cNvSpPr>
            <a:spLocks noGrp="1"/>
          </p:cNvSpPr>
          <p:nvPr>
            <p:ph type="sldNum" sz="quarter" idx="12"/>
          </p:nvPr>
        </p:nvSpPr>
        <p:spPr/>
        <p:txBody>
          <a:bodyPr/>
          <a:lstStyle/>
          <a:p>
            <a:fld id="{8C9F508B-49A9-401E-894D-AEAE0D259B80}" type="slidenum">
              <a:rPr lang="en-US" smtClean="0"/>
              <a:t>15</a:t>
            </a:fld>
            <a:endParaRPr lang="en-US"/>
          </a:p>
        </p:txBody>
      </p:sp>
      <p:sp>
        <p:nvSpPr>
          <p:cNvPr id="22" name="TextBox 21"/>
          <p:cNvSpPr txBox="1"/>
          <p:nvPr/>
        </p:nvSpPr>
        <p:spPr>
          <a:xfrm>
            <a:off x="2402541" y="49381"/>
            <a:ext cx="8731623" cy="584775"/>
          </a:xfrm>
          <a:prstGeom prst="rect">
            <a:avLst/>
          </a:prstGeom>
          <a:noFill/>
        </p:spPr>
        <p:txBody>
          <a:bodyPr wrap="square" rtlCol="0">
            <a:spAutoFit/>
          </a:bodyPr>
          <a:lstStyle/>
          <a:p>
            <a:r>
              <a:rPr lang="en-US" sz="3200" b="1" dirty="0" smtClean="0">
                <a:solidFill>
                  <a:srgbClr val="002060"/>
                </a:solidFill>
                <a:latin typeface="Arial Narrow" panose="020B0606020202030204" pitchFamily="34" charset="0"/>
              </a:rPr>
              <a:t>The Visual Basic Environment </a:t>
            </a:r>
            <a:endParaRPr lang="en-US" sz="3200" b="1" dirty="0">
              <a:solidFill>
                <a:srgbClr val="002060"/>
              </a:solidFill>
              <a:latin typeface="Arial Narrow" panose="020B0606020202030204" pitchFamily="34" charset="0"/>
            </a:endParaRPr>
          </a:p>
        </p:txBody>
      </p:sp>
      <p:sp>
        <p:nvSpPr>
          <p:cNvPr id="36" name="TextBox 35"/>
          <p:cNvSpPr txBox="1"/>
          <p:nvPr/>
        </p:nvSpPr>
        <p:spPr>
          <a:xfrm>
            <a:off x="9809559" y="1247777"/>
            <a:ext cx="1466850" cy="369332"/>
          </a:xfrm>
          <a:prstGeom prst="rect">
            <a:avLst/>
          </a:prstGeom>
          <a:solidFill>
            <a:schemeClr val="bg1"/>
          </a:solidFill>
        </p:spPr>
        <p:txBody>
          <a:bodyPr wrap="square" rtlCol="0">
            <a:spAutoFit/>
          </a:bodyPr>
          <a:lstStyle/>
          <a:p>
            <a:r>
              <a:rPr lang="en-US" b="1" dirty="0">
                <a:latin typeface="Times New Roman" panose="02020603050405020304" pitchFamily="18" charset="0"/>
                <a:cs typeface="Times New Roman" panose="02020603050405020304" pitchFamily="18" charset="0"/>
              </a:rPr>
              <a:t>9</a:t>
            </a:r>
            <a:r>
              <a:rPr lang="en-US" b="1" dirty="0" smtClean="0">
                <a:latin typeface="Times New Roman" panose="02020603050405020304" pitchFamily="18" charset="0"/>
                <a:cs typeface="Times New Roman" panose="02020603050405020304" pitchFamily="18" charset="0"/>
              </a:rPr>
              <a:t>. Help</a:t>
            </a:r>
            <a:endParaRPr lang="en-US" b="1" dirty="0">
              <a:latin typeface="Times New Roman" panose="02020603050405020304" pitchFamily="18" charset="0"/>
              <a:cs typeface="Times New Roman" panose="02020603050405020304" pitchFamily="18" charset="0"/>
            </a:endParaRPr>
          </a:p>
        </p:txBody>
      </p:sp>
      <p:cxnSp>
        <p:nvCxnSpPr>
          <p:cNvPr id="37" name="Straight Arrow Connector 36"/>
          <p:cNvCxnSpPr>
            <a:stCxn id="36" idx="1"/>
          </p:cNvCxnSpPr>
          <p:nvPr/>
        </p:nvCxnSpPr>
        <p:spPr>
          <a:xfrm flipH="1">
            <a:off x="7798892" y="1432443"/>
            <a:ext cx="2010667" cy="468093"/>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15018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8588" y="691116"/>
            <a:ext cx="11243477" cy="5737193"/>
          </a:xfrm>
        </p:spPr>
        <p:txBody>
          <a:bodyPr>
            <a:noAutofit/>
          </a:bodyPr>
          <a:lstStyle/>
          <a:p>
            <a:pPr marL="0" indent="0">
              <a:buNone/>
            </a:pPr>
            <a:r>
              <a:rPr lang="en-US" sz="2000" b="1" dirty="0" smtClean="0">
                <a:solidFill>
                  <a:schemeClr val="tx1"/>
                </a:solidFill>
              </a:rPr>
              <a:t>1. Form Window: </a:t>
            </a:r>
            <a:r>
              <a:rPr lang="en-US" sz="2000" dirty="0" smtClean="0">
                <a:solidFill>
                  <a:schemeClr val="tx1"/>
                </a:solidFill>
              </a:rPr>
              <a:t>This is where you design the form that make up your interface. You can use standard window techniques to change the size and location of the form. When you begin a new project, Visual Basic gives your new form the default name form1. As soon as you save the file, you will give it a new (more meaningful) name.</a:t>
            </a:r>
          </a:p>
          <a:p>
            <a:pPr marL="0" indent="0">
              <a:buNone/>
            </a:pPr>
            <a:endParaRPr lang="en-US" sz="2000" dirty="0" smtClean="0">
              <a:solidFill>
                <a:schemeClr val="tx1"/>
              </a:solidFill>
            </a:endParaRPr>
          </a:p>
          <a:p>
            <a:pPr marL="0" indent="0">
              <a:buNone/>
            </a:pPr>
            <a:r>
              <a:rPr lang="en-US" sz="2000" b="1" dirty="0" smtClean="0">
                <a:solidFill>
                  <a:schemeClr val="tx1"/>
                </a:solidFill>
              </a:rPr>
              <a:t>2. Project Explorer Window: </a:t>
            </a:r>
            <a:r>
              <a:rPr lang="en-US" sz="2000" dirty="0" smtClean="0">
                <a:solidFill>
                  <a:schemeClr val="tx1"/>
                </a:solidFill>
              </a:rPr>
              <a:t>This holds the filenames included in your project. The window’s title bar holds the name of your project </a:t>
            </a:r>
            <a:r>
              <a:rPr lang="en-US" sz="2000" b="1" dirty="0" smtClean="0">
                <a:solidFill>
                  <a:schemeClr val="tx1"/>
                </a:solidFill>
              </a:rPr>
              <a:t>(.</a:t>
            </a:r>
            <a:r>
              <a:rPr lang="en-US" sz="2000" b="1" dirty="0" err="1" smtClean="0">
                <a:solidFill>
                  <a:schemeClr val="tx1"/>
                </a:solidFill>
              </a:rPr>
              <a:t>vbp</a:t>
            </a:r>
            <a:r>
              <a:rPr lang="en-US" sz="2000" b="1" dirty="0" smtClean="0">
                <a:solidFill>
                  <a:schemeClr val="tx1"/>
                </a:solidFill>
              </a:rPr>
              <a:t>) </a:t>
            </a:r>
            <a:r>
              <a:rPr lang="en-US" sz="2000" dirty="0" smtClean="0">
                <a:solidFill>
                  <a:schemeClr val="tx1"/>
                </a:solidFill>
              </a:rPr>
              <a:t>file, which is Project1 by default until you save it with a new name.</a:t>
            </a:r>
          </a:p>
          <a:p>
            <a:pPr marL="0" indent="0">
              <a:buNone/>
            </a:pPr>
            <a:endParaRPr lang="en-US" sz="2000" dirty="0" smtClean="0">
              <a:solidFill>
                <a:schemeClr val="tx1"/>
              </a:solidFill>
            </a:endParaRPr>
          </a:p>
          <a:p>
            <a:pPr marL="0" indent="0">
              <a:buNone/>
            </a:pPr>
            <a:r>
              <a:rPr lang="en-US" sz="2000" b="1" dirty="0" smtClean="0">
                <a:solidFill>
                  <a:schemeClr val="tx1"/>
                </a:solidFill>
              </a:rPr>
              <a:t>3. Property Window: </a:t>
            </a:r>
            <a:r>
              <a:rPr lang="en-US" sz="2000" dirty="0" smtClean="0">
                <a:solidFill>
                  <a:schemeClr val="tx1"/>
                </a:solidFill>
              </a:rPr>
              <a:t>This is where you establish initial property values for your objects. The drop-down box at the top of the window lists all objects in the current form. Two views available are Alphabetic and Categorized. Under this box are available properties for the currently selected object.</a:t>
            </a:r>
          </a:p>
          <a:p>
            <a:pPr marL="0" indent="0">
              <a:buNone/>
            </a:pPr>
            <a:endParaRPr lang="en-US" sz="2000" dirty="0" smtClean="0">
              <a:solidFill>
                <a:schemeClr val="tx1"/>
              </a:solidFill>
            </a:endParaRPr>
          </a:p>
          <a:p>
            <a:pPr marL="0" indent="0">
              <a:buNone/>
            </a:pPr>
            <a:r>
              <a:rPr lang="en-US" sz="2000" b="1" dirty="0" smtClean="0">
                <a:solidFill>
                  <a:schemeClr val="tx1"/>
                </a:solidFill>
              </a:rPr>
              <a:t>4. Form Layout Window: </a:t>
            </a:r>
            <a:r>
              <a:rPr lang="en-US" sz="2000" dirty="0" smtClean="0">
                <a:solidFill>
                  <a:schemeClr val="tx1"/>
                </a:solidFill>
              </a:rPr>
              <a:t>This window shows the position of the form on the desktop or computer when execution of the program begins.</a:t>
            </a:r>
          </a:p>
          <a:p>
            <a:pPr marL="0" indent="0">
              <a:buNone/>
            </a:pPr>
            <a:endParaRPr lang="en-US" sz="2000" dirty="0" smtClean="0">
              <a:solidFill>
                <a:schemeClr val="tx1"/>
              </a:solidFill>
            </a:endParaRPr>
          </a:p>
          <a:p>
            <a:pPr marL="0" indent="0">
              <a:buNone/>
            </a:pPr>
            <a:r>
              <a:rPr lang="en-US" sz="2000" b="1" dirty="0">
                <a:solidFill>
                  <a:schemeClr val="tx1"/>
                </a:solidFill>
              </a:rPr>
              <a:t>5. Toolbox:</a:t>
            </a:r>
            <a:r>
              <a:rPr lang="en-US" sz="2000" dirty="0">
                <a:solidFill>
                  <a:schemeClr val="tx1"/>
                </a:solidFill>
              </a:rPr>
              <a:t> This holds the tools you used to place on the form. You may have more or different tools in your toolbox depending on the edition and release of the Visual Basic your are using.</a:t>
            </a:r>
          </a:p>
          <a:p>
            <a:pPr marL="0" indent="0">
              <a:buNone/>
            </a:pPr>
            <a:endParaRPr lang="en-US" sz="2000" dirty="0" smtClean="0">
              <a:solidFill>
                <a:schemeClr val="tx1"/>
              </a:solidFill>
            </a:endParaRPr>
          </a:p>
        </p:txBody>
      </p:sp>
      <p:sp>
        <p:nvSpPr>
          <p:cNvPr id="6" name="Slide Number Placeholder 5"/>
          <p:cNvSpPr>
            <a:spLocks noGrp="1"/>
          </p:cNvSpPr>
          <p:nvPr>
            <p:ph type="sldNum" sz="quarter" idx="12"/>
          </p:nvPr>
        </p:nvSpPr>
        <p:spPr/>
        <p:txBody>
          <a:bodyPr/>
          <a:lstStyle/>
          <a:p>
            <a:fld id="{8C9F508B-49A9-401E-894D-AEAE0D259B80}" type="slidenum">
              <a:rPr lang="en-US" smtClean="0">
                <a:solidFill>
                  <a:schemeClr val="tx1"/>
                </a:solidFill>
              </a:rPr>
              <a:t>16</a:t>
            </a:fld>
            <a:endParaRPr lang="en-US">
              <a:solidFill>
                <a:schemeClr val="tx1"/>
              </a:solidFill>
            </a:endParaRPr>
          </a:p>
        </p:txBody>
      </p:sp>
    </p:spTree>
    <p:extLst>
      <p:ext uri="{BB962C8B-B14F-4D97-AF65-F5344CB8AC3E}">
        <p14:creationId xmlns:p14="http://schemas.microsoft.com/office/powerpoint/2010/main" val="148717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1" y="776176"/>
            <a:ext cx="11127144" cy="5592726"/>
          </a:xfrm>
        </p:spPr>
        <p:txBody>
          <a:bodyPr>
            <a:normAutofit/>
          </a:bodyPr>
          <a:lstStyle/>
          <a:p>
            <a:pPr marL="0" indent="0">
              <a:buNone/>
            </a:pPr>
            <a:r>
              <a:rPr lang="en-US" sz="2000" b="1" dirty="0" smtClean="0">
                <a:solidFill>
                  <a:schemeClr val="tx1"/>
                </a:solidFill>
              </a:rPr>
              <a:t>6. Toolbar</a:t>
            </a:r>
            <a:r>
              <a:rPr lang="en-US" sz="2000" b="1" dirty="0">
                <a:solidFill>
                  <a:schemeClr val="tx1"/>
                </a:solidFill>
              </a:rPr>
              <a:t>:</a:t>
            </a:r>
            <a:r>
              <a:rPr lang="en-US" sz="2000" dirty="0">
                <a:solidFill>
                  <a:schemeClr val="tx1"/>
                </a:solidFill>
              </a:rPr>
              <a:t> This window holds the shortcuts for frequently used operations. Each buttons represents a command that can be selected from a menu</a:t>
            </a:r>
            <a:r>
              <a:rPr lang="en-US" sz="2000" dirty="0" smtClean="0">
                <a:solidFill>
                  <a:schemeClr val="tx1"/>
                </a:solidFill>
              </a:rPr>
              <a:t>. </a:t>
            </a:r>
          </a:p>
          <a:p>
            <a:pPr marL="0" indent="0">
              <a:buNone/>
            </a:pPr>
            <a:r>
              <a:rPr lang="en-US" sz="2000" dirty="0" smtClean="0">
                <a:solidFill>
                  <a:schemeClr val="tx1"/>
                </a:solidFill>
              </a:rPr>
              <a:t>There </a:t>
            </a:r>
            <a:r>
              <a:rPr lang="en-US" sz="2000" dirty="0">
                <a:solidFill>
                  <a:schemeClr val="tx1"/>
                </a:solidFill>
              </a:rPr>
              <a:t>are also two small diagrams at the right hand of the Visual Basic Toolbar that shows the position of the form on the screen along with the size of the form</a:t>
            </a:r>
            <a:r>
              <a:rPr lang="en-US" sz="2000" dirty="0" smtClean="0">
                <a:solidFill>
                  <a:schemeClr val="tx1"/>
                </a:solidFill>
              </a:rPr>
              <a:t>.</a:t>
            </a:r>
          </a:p>
          <a:p>
            <a:pPr marL="0" indent="0">
              <a:buNone/>
            </a:pPr>
            <a:endParaRPr lang="en-US" sz="2000" dirty="0">
              <a:solidFill>
                <a:schemeClr val="tx1"/>
              </a:solidFill>
            </a:endParaRPr>
          </a:p>
          <a:p>
            <a:pPr marL="0" indent="0">
              <a:buNone/>
            </a:pPr>
            <a:r>
              <a:rPr lang="en-US" sz="2000" b="1" dirty="0" smtClean="0">
                <a:solidFill>
                  <a:schemeClr val="tx1"/>
                </a:solidFill>
              </a:rPr>
              <a:t>7. Main </a:t>
            </a:r>
            <a:r>
              <a:rPr lang="en-US" sz="2000" b="1" dirty="0">
                <a:solidFill>
                  <a:schemeClr val="tx1"/>
                </a:solidFill>
              </a:rPr>
              <a:t>Visual Basic Window: </a:t>
            </a:r>
            <a:r>
              <a:rPr lang="en-US" sz="2000" dirty="0">
                <a:solidFill>
                  <a:schemeClr val="tx1"/>
                </a:solidFill>
              </a:rPr>
              <a:t>This window consist of the title bar, menu bar and toolbar. The title bar indicates the project name, the current Visual Basic operating mode, and the current </a:t>
            </a:r>
            <a:r>
              <a:rPr lang="en-US" sz="2000" dirty="0" smtClean="0">
                <a:solidFill>
                  <a:schemeClr val="tx1"/>
                </a:solidFill>
              </a:rPr>
              <a:t>form</a:t>
            </a:r>
          </a:p>
          <a:p>
            <a:pPr marL="0" indent="0">
              <a:buNone/>
            </a:pPr>
            <a:endParaRPr lang="en-US" sz="2000" dirty="0">
              <a:solidFill>
                <a:schemeClr val="tx1"/>
              </a:solidFill>
            </a:endParaRPr>
          </a:p>
          <a:p>
            <a:pPr marL="0" indent="0">
              <a:buNone/>
            </a:pPr>
            <a:r>
              <a:rPr lang="en-US" sz="2000" b="1" dirty="0" smtClean="0">
                <a:solidFill>
                  <a:schemeClr val="tx1"/>
                </a:solidFill>
              </a:rPr>
              <a:t>8. Menu </a:t>
            </a:r>
            <a:r>
              <a:rPr lang="en-US" sz="2000" b="1" dirty="0">
                <a:solidFill>
                  <a:schemeClr val="tx1"/>
                </a:solidFill>
              </a:rPr>
              <a:t>Bar: </a:t>
            </a:r>
            <a:r>
              <a:rPr lang="en-US" sz="2000" dirty="0">
                <a:solidFill>
                  <a:schemeClr val="tx1"/>
                </a:solidFill>
              </a:rPr>
              <a:t>This has drop-down menus from which you can control the operation of the Visual Basic Environment</a:t>
            </a:r>
            <a:r>
              <a:rPr lang="en-US" sz="2000" dirty="0" smtClean="0">
                <a:solidFill>
                  <a:schemeClr val="tx1"/>
                </a:solidFill>
              </a:rPr>
              <a:t>.</a:t>
            </a:r>
          </a:p>
          <a:p>
            <a:pPr marL="0" indent="0">
              <a:buNone/>
            </a:pPr>
            <a:endParaRPr lang="en-US" sz="2000" dirty="0">
              <a:solidFill>
                <a:schemeClr val="tx1"/>
              </a:solidFill>
            </a:endParaRPr>
          </a:p>
          <a:p>
            <a:pPr marL="0" indent="0">
              <a:buNone/>
            </a:pPr>
            <a:r>
              <a:rPr lang="en-US" sz="2000" b="1" dirty="0" smtClean="0">
                <a:solidFill>
                  <a:schemeClr val="tx1"/>
                </a:solidFill>
              </a:rPr>
              <a:t>9. Help: </a:t>
            </a:r>
            <a:r>
              <a:rPr lang="en-US" sz="2000" dirty="0" smtClean="0">
                <a:solidFill>
                  <a:schemeClr val="tx1"/>
                </a:solidFill>
              </a:rPr>
              <a:t>Visual Basic has an extensive Help feature that is greatly changed and expanded in Version 6.0. Help now include the Microsoft Developer Network (MSDN) Library, which contains several books, technical articles and the Microsoft Knowledge Base, a database of frequently asked questions and their answers.</a:t>
            </a:r>
          </a:p>
          <a:p>
            <a:pPr marL="0" indent="0">
              <a:buNone/>
            </a:pPr>
            <a:r>
              <a:rPr lang="en-US" sz="2000" dirty="0" smtClean="0">
                <a:solidFill>
                  <a:schemeClr val="tx1"/>
                </a:solidFill>
              </a:rPr>
              <a:t>Help includes the entire reference manual, as well as many coding examples. In addition, you will find Microsoft on the Web with the submenu containing various resources. </a:t>
            </a:r>
            <a:r>
              <a:rPr lang="en-US" sz="2000" i="1" dirty="0" smtClean="0">
                <a:solidFill>
                  <a:schemeClr val="tx1"/>
                </a:solidFill>
              </a:rPr>
              <a:t>(Take some time to investigate the options of the Help menu)</a:t>
            </a:r>
            <a:endParaRPr lang="en-US" sz="2000" i="1" dirty="0">
              <a:solidFill>
                <a:schemeClr val="tx1"/>
              </a:solidFill>
            </a:endParaRPr>
          </a:p>
          <a:p>
            <a:endParaRPr lang="en-US" sz="2000" dirty="0">
              <a:solidFill>
                <a:schemeClr val="tx1"/>
              </a:solidFill>
            </a:endParaRPr>
          </a:p>
        </p:txBody>
      </p:sp>
      <p:sp>
        <p:nvSpPr>
          <p:cNvPr id="6" name="Slide Number Placeholder 5"/>
          <p:cNvSpPr>
            <a:spLocks noGrp="1"/>
          </p:cNvSpPr>
          <p:nvPr>
            <p:ph type="sldNum" sz="quarter" idx="12"/>
          </p:nvPr>
        </p:nvSpPr>
        <p:spPr/>
        <p:txBody>
          <a:bodyPr/>
          <a:lstStyle/>
          <a:p>
            <a:fld id="{8C9F508B-49A9-401E-894D-AEAE0D259B80}" type="slidenum">
              <a:rPr lang="en-US" smtClean="0"/>
              <a:t>17</a:t>
            </a:fld>
            <a:endParaRPr lang="en-US"/>
          </a:p>
        </p:txBody>
      </p:sp>
    </p:spTree>
    <p:extLst>
      <p:ext uri="{BB962C8B-B14F-4D97-AF65-F5344CB8AC3E}">
        <p14:creationId xmlns:p14="http://schemas.microsoft.com/office/powerpoint/2010/main" val="1511106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1366" y="790918"/>
            <a:ext cx="11041716" cy="4874776"/>
          </a:xfrm>
        </p:spPr>
        <p:txBody>
          <a:bodyPr>
            <a:normAutofit/>
          </a:bodyPr>
          <a:lstStyle/>
          <a:p>
            <a:r>
              <a:rPr lang="en-US" sz="2400" dirty="0" smtClean="0">
                <a:solidFill>
                  <a:schemeClr val="tx1"/>
                </a:solidFill>
              </a:rPr>
              <a:t>Visual Basic has three distinct modes. These modes will be shown in the title bar. These modes are:</a:t>
            </a:r>
          </a:p>
          <a:p>
            <a:pPr marL="1276336" lvl="1" indent="-742950">
              <a:buFont typeface="+mj-lt"/>
              <a:buAutoNum type="arabicPeriod"/>
            </a:pPr>
            <a:r>
              <a:rPr lang="en-US" sz="2400" b="1" dirty="0" smtClean="0">
                <a:solidFill>
                  <a:schemeClr val="tx1"/>
                </a:solidFill>
              </a:rPr>
              <a:t>Design Time mode: </a:t>
            </a:r>
            <a:r>
              <a:rPr lang="en-US" sz="2400" dirty="0" smtClean="0">
                <a:solidFill>
                  <a:schemeClr val="tx1"/>
                </a:solidFill>
              </a:rPr>
              <a:t>This is the mode you will be in when you are designing the user interface and writing codes.</a:t>
            </a:r>
            <a:r>
              <a:rPr lang="en-US" sz="2400" b="1" dirty="0" smtClean="0">
                <a:solidFill>
                  <a:schemeClr val="tx1"/>
                </a:solidFill>
              </a:rPr>
              <a:t> </a:t>
            </a:r>
          </a:p>
          <a:p>
            <a:pPr marL="1276336" lvl="1" indent="-742950">
              <a:buFont typeface="+mj-lt"/>
              <a:buAutoNum type="arabicPeriod"/>
            </a:pPr>
            <a:endParaRPr lang="en-US" sz="2400" b="1" dirty="0" smtClean="0">
              <a:solidFill>
                <a:schemeClr val="tx1"/>
              </a:solidFill>
            </a:endParaRPr>
          </a:p>
          <a:p>
            <a:pPr marL="1276336" lvl="1" indent="-742950">
              <a:buFont typeface="+mj-lt"/>
              <a:buAutoNum type="arabicPeriod"/>
            </a:pPr>
            <a:r>
              <a:rPr lang="en-US" sz="2400" b="1" dirty="0" smtClean="0">
                <a:solidFill>
                  <a:schemeClr val="tx1"/>
                </a:solidFill>
              </a:rPr>
              <a:t>Run Time mode: </a:t>
            </a:r>
            <a:r>
              <a:rPr lang="en-US" sz="2400" dirty="0" smtClean="0">
                <a:solidFill>
                  <a:schemeClr val="tx1"/>
                </a:solidFill>
              </a:rPr>
              <a:t>This is the mode you will be in when you are testing and running your project.</a:t>
            </a:r>
            <a:endParaRPr lang="en-US" sz="2400" b="1" dirty="0" smtClean="0">
              <a:solidFill>
                <a:schemeClr val="tx1"/>
              </a:solidFill>
            </a:endParaRPr>
          </a:p>
          <a:p>
            <a:pPr marL="1276336" lvl="1" indent="-742950">
              <a:buFont typeface="+mj-lt"/>
              <a:buAutoNum type="arabicPeriod"/>
            </a:pPr>
            <a:endParaRPr lang="en-US" sz="2400" b="1" dirty="0" smtClean="0">
              <a:solidFill>
                <a:schemeClr val="tx1"/>
              </a:solidFill>
            </a:endParaRPr>
          </a:p>
          <a:p>
            <a:pPr marL="1276336" lvl="1" indent="-742950">
              <a:buFont typeface="+mj-lt"/>
              <a:buAutoNum type="arabicPeriod"/>
            </a:pPr>
            <a:r>
              <a:rPr lang="en-US" sz="2400" b="1" dirty="0" smtClean="0">
                <a:solidFill>
                  <a:schemeClr val="tx1"/>
                </a:solidFill>
              </a:rPr>
              <a:t>Break Time mode:</a:t>
            </a:r>
            <a:r>
              <a:rPr lang="en-US" sz="2400" dirty="0" smtClean="0">
                <a:solidFill>
                  <a:schemeClr val="tx1"/>
                </a:solidFill>
              </a:rPr>
              <a:t> This is the mode you will be in if you get a run time error or pause your project for examination.</a:t>
            </a:r>
            <a:endParaRPr lang="en-US" sz="2400" b="1" dirty="0">
              <a:solidFill>
                <a:schemeClr val="tx1"/>
              </a:solidFill>
            </a:endParaRPr>
          </a:p>
        </p:txBody>
      </p:sp>
      <p:sp>
        <p:nvSpPr>
          <p:cNvPr id="4" name="Title 1"/>
          <p:cNvSpPr>
            <a:spLocks noGrp="1"/>
          </p:cNvSpPr>
          <p:nvPr>
            <p:ph type="title"/>
          </p:nvPr>
        </p:nvSpPr>
        <p:spPr>
          <a:xfrm>
            <a:off x="313766" y="110364"/>
            <a:ext cx="11069732" cy="750248"/>
          </a:xfrm>
          <a:noFill/>
        </p:spPr>
        <p:txBody>
          <a:bodyPr>
            <a:normAutofit/>
          </a:bodyPr>
          <a:lstStyle/>
          <a:p>
            <a:pPr algn="ctr"/>
            <a:r>
              <a:rPr lang="en-US" sz="3600" b="1" dirty="0" smtClean="0">
                <a:solidFill>
                  <a:schemeClr val="tx1"/>
                </a:solidFill>
                <a:latin typeface="+mn-lt"/>
              </a:rPr>
              <a:t>3.6 Visual Basic Distinct Modes</a:t>
            </a:r>
            <a:endParaRPr lang="en-US" sz="3600" b="1" dirty="0">
              <a:solidFill>
                <a:schemeClr val="tx1"/>
              </a:solidFill>
              <a:latin typeface="+mn-lt"/>
            </a:endParaRPr>
          </a:p>
        </p:txBody>
      </p:sp>
      <p:sp>
        <p:nvSpPr>
          <p:cNvPr id="6" name="Slide Number Placeholder 5"/>
          <p:cNvSpPr>
            <a:spLocks noGrp="1"/>
          </p:cNvSpPr>
          <p:nvPr>
            <p:ph type="sldNum" sz="quarter" idx="12"/>
          </p:nvPr>
        </p:nvSpPr>
        <p:spPr/>
        <p:txBody>
          <a:bodyPr/>
          <a:lstStyle/>
          <a:p>
            <a:fld id="{8C9F508B-49A9-401E-894D-AEAE0D259B80}" type="slidenum">
              <a:rPr lang="en-US" smtClean="0"/>
              <a:t>18</a:t>
            </a:fld>
            <a:endParaRPr lang="en-US"/>
          </a:p>
        </p:txBody>
      </p:sp>
    </p:spTree>
    <p:extLst>
      <p:ext uri="{BB962C8B-B14F-4D97-AF65-F5344CB8AC3E}">
        <p14:creationId xmlns:p14="http://schemas.microsoft.com/office/powerpoint/2010/main" val="2955602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08A424-8567-3F22-F011-A20EBDFACF31}"/>
              </a:ext>
            </a:extLst>
          </p:cNvPr>
          <p:cNvSpPr>
            <a:spLocks noGrp="1"/>
          </p:cNvSpPr>
          <p:nvPr>
            <p:ph type="title"/>
          </p:nvPr>
        </p:nvSpPr>
        <p:spPr>
          <a:xfrm>
            <a:off x="4165252" y="183769"/>
            <a:ext cx="7252710" cy="1138769"/>
          </a:xfrm>
        </p:spPr>
        <p:txBody>
          <a:bodyPr vert="horz" lIns="91440" tIns="45720" rIns="91440" bIns="45720" rtlCol="0" anchor="t">
            <a:normAutofit fontScale="90000"/>
          </a:bodyPr>
          <a:lstStyle/>
          <a:p>
            <a:r>
              <a:rPr lang="en-US" sz="4300" b="1" i="0" kern="1200" spc="-200" baseline="0" dirty="0">
                <a:latin typeface="+mj-lt"/>
                <a:ea typeface="+mj-ea"/>
                <a:cs typeface="+mj-cs"/>
              </a:rPr>
              <a:t>The Visual Basic Environment</a:t>
            </a:r>
          </a:p>
        </p:txBody>
      </p:sp>
      <p:pic>
        <p:nvPicPr>
          <p:cNvPr id="4" name="Content Placeholder 3" descr="digital technology concept">
            <a:extLst>
              <a:ext uri="{FF2B5EF4-FFF2-40B4-BE49-F238E27FC236}">
                <a16:creationId xmlns:a16="http://schemas.microsoft.com/office/drawing/2014/main" xmlns="" id="{A1E8859F-D4CD-4932-A47B-1CBD1B351F86}"/>
              </a:ext>
            </a:extLst>
          </p:cNvPr>
          <p:cNvPicPr>
            <a:picLocks noGrp="1" noChangeAspect="1"/>
          </p:cNvPicPr>
          <p:nvPr>
            <p:ph type="pic" sz="quarter" idx="13"/>
          </p:nvPr>
        </p:nvPicPr>
        <p:blipFill>
          <a:blip r:embed="rId3"/>
          <a:srcRect l="17517" r="49483"/>
          <a:stretch>
            <a:fillRect/>
          </a:stretch>
        </p:blipFill>
        <p:spPr>
          <a:xfrm>
            <a:off x="20" y="1"/>
            <a:ext cx="4023340" cy="6858000"/>
          </a:xfrm>
        </p:spPr>
      </p:pic>
      <p:sp>
        <p:nvSpPr>
          <p:cNvPr id="5" name="TextBox 4">
            <a:extLst>
              <a:ext uri="{FF2B5EF4-FFF2-40B4-BE49-F238E27FC236}">
                <a16:creationId xmlns:a16="http://schemas.microsoft.com/office/drawing/2014/main" xmlns="" id="{1729472A-3B9D-42B1-A8CE-BA0F167653EC}"/>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334439" y="946021"/>
            <a:ext cx="7225415" cy="4212926"/>
          </a:xfrm>
          <a:prstGeom prst="rect">
            <a:avLst/>
          </a:prstGeom>
        </p:spPr>
        <p:txBody>
          <a:bodyPr>
            <a:noAutofit/>
          </a:bodyPr>
          <a:lstStyle/>
          <a:p>
            <a:pPr marL="0" indent="0">
              <a:lnSpc>
                <a:spcPct val="90000"/>
              </a:lnSpc>
              <a:spcBef>
                <a:spcPts val="2500"/>
              </a:spcBef>
              <a:spcAft>
                <a:spcPts val="600"/>
              </a:spcAft>
              <a:buNone/>
            </a:pPr>
            <a:r>
              <a:rPr lang="en-US" sz="2000" b="1" dirty="0"/>
              <a:t>Core Development Components</a:t>
            </a:r>
          </a:p>
          <a:p>
            <a:pPr marL="0" lvl="1" indent="0">
              <a:lnSpc>
                <a:spcPct val="90000"/>
              </a:lnSpc>
              <a:spcBef>
                <a:spcPts val="1000"/>
              </a:spcBef>
              <a:spcAft>
                <a:spcPts val="600"/>
              </a:spcAft>
              <a:buNone/>
            </a:pPr>
            <a:r>
              <a:rPr lang="en-US" sz="2000" dirty="0"/>
              <a:t>Project Explorer organizes forms and modules, while the Properties window configures object attributes.</a:t>
            </a:r>
          </a:p>
          <a:p>
            <a:pPr marL="0" indent="0">
              <a:lnSpc>
                <a:spcPct val="90000"/>
              </a:lnSpc>
              <a:spcBef>
                <a:spcPts val="2500"/>
              </a:spcBef>
              <a:spcAft>
                <a:spcPts val="600"/>
              </a:spcAft>
              <a:buNone/>
            </a:pPr>
            <a:r>
              <a:rPr lang="en-US" sz="2000" b="1" dirty="0"/>
              <a:t>User Interface Building Tools</a:t>
            </a:r>
          </a:p>
          <a:p>
            <a:pPr marL="0" lvl="1" indent="0">
              <a:lnSpc>
                <a:spcPct val="90000"/>
              </a:lnSpc>
              <a:spcBef>
                <a:spcPts val="1000"/>
              </a:spcBef>
              <a:spcAft>
                <a:spcPts val="600"/>
              </a:spcAft>
              <a:buNone/>
            </a:pPr>
            <a:r>
              <a:rPr lang="en-US" sz="2000" dirty="0"/>
              <a:t>The Toolbox provides controls for building user interfaces, complemented by the Form Layout window for positioning.</a:t>
            </a:r>
          </a:p>
          <a:p>
            <a:pPr marL="0" indent="0">
              <a:lnSpc>
                <a:spcPct val="90000"/>
              </a:lnSpc>
              <a:spcBef>
                <a:spcPts val="2500"/>
              </a:spcBef>
              <a:spcAft>
                <a:spcPts val="600"/>
              </a:spcAft>
              <a:buNone/>
            </a:pPr>
            <a:r>
              <a:rPr lang="en-US" sz="2000" b="1" dirty="0"/>
              <a:t>Navigation and Productivity Features</a:t>
            </a:r>
          </a:p>
          <a:p>
            <a:pPr marL="0" lvl="1" indent="0">
              <a:lnSpc>
                <a:spcPct val="90000"/>
              </a:lnSpc>
              <a:spcBef>
                <a:spcPts val="1000"/>
              </a:spcBef>
              <a:spcAft>
                <a:spcPts val="600"/>
              </a:spcAft>
              <a:buNone/>
            </a:pPr>
            <a:r>
              <a:rPr lang="en-US" sz="2000" dirty="0"/>
              <a:t>Toolbar offers quick commands; menus enable access to advanced features and customization options.</a:t>
            </a:r>
          </a:p>
          <a:p>
            <a:pPr marL="0" indent="0">
              <a:lnSpc>
                <a:spcPct val="90000"/>
              </a:lnSpc>
              <a:spcBef>
                <a:spcPts val="2500"/>
              </a:spcBef>
              <a:spcAft>
                <a:spcPts val="600"/>
              </a:spcAft>
              <a:buNone/>
            </a:pPr>
            <a:r>
              <a:rPr lang="en-US" sz="2000" b="1" dirty="0"/>
              <a:t>Efficient Development Workflow</a:t>
            </a:r>
          </a:p>
          <a:p>
            <a:pPr marL="0" lvl="1" indent="0">
              <a:lnSpc>
                <a:spcPct val="90000"/>
              </a:lnSpc>
              <a:spcBef>
                <a:spcPts val="1000"/>
              </a:spcBef>
              <a:spcAft>
                <a:spcPts val="600"/>
              </a:spcAft>
              <a:buNone/>
            </a:pPr>
            <a:r>
              <a:rPr lang="en-US" sz="2000" dirty="0"/>
              <a:t>VB6 environment supports seamless navigation between design and code views for rapid application creation.</a:t>
            </a:r>
          </a:p>
        </p:txBody>
      </p:sp>
    </p:spTree>
    <p:extLst>
      <p:ext uri="{BB962C8B-B14F-4D97-AF65-F5344CB8AC3E}">
        <p14:creationId xmlns:p14="http://schemas.microsoft.com/office/powerpoint/2010/main" val="4285007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3400BD-5A10-15D9-F886-F3351EB651B0}"/>
              </a:ext>
            </a:extLst>
          </p:cNvPr>
          <p:cNvSpPr>
            <a:spLocks noGrp="1"/>
          </p:cNvSpPr>
          <p:nvPr>
            <p:ph type="title"/>
          </p:nvPr>
        </p:nvSpPr>
        <p:spPr>
          <a:xfrm>
            <a:off x="178306" y="83910"/>
            <a:ext cx="11825435" cy="1867629"/>
          </a:xfrm>
        </p:spPr>
        <p:txBody>
          <a:bodyPr vert="horz" lIns="91440" tIns="45720" rIns="91440" bIns="45720" rtlCol="0" anchor="t">
            <a:normAutofit/>
          </a:bodyPr>
          <a:lstStyle/>
          <a:p>
            <a:r>
              <a:rPr lang="en-US" sz="4800" b="1" i="0" kern="1200" spc="-200" baseline="0" dirty="0">
                <a:latin typeface="+mj-lt"/>
                <a:ea typeface="+mj-ea"/>
                <a:cs typeface="+mj-cs"/>
              </a:rPr>
              <a:t>Format Window and Project Explorer</a:t>
            </a:r>
          </a:p>
        </p:txBody>
      </p:sp>
      <p:sp>
        <p:nvSpPr>
          <p:cNvPr id="5" name="TextBox 4">
            <a:extLst>
              <a:ext uri="{FF2B5EF4-FFF2-40B4-BE49-F238E27FC236}">
                <a16:creationId xmlns:a16="http://schemas.microsoft.com/office/drawing/2014/main" xmlns="" id="{DB200485-2E28-4DF4-B097-33A8DE1691DD}"/>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178306" y="1017723"/>
            <a:ext cx="4449227" cy="5347217"/>
          </a:xfrm>
          <a:prstGeom prst="rect">
            <a:avLst/>
          </a:prstGeom>
        </p:spPr>
        <p:txBody>
          <a:bodyPr>
            <a:normAutofit/>
          </a:bodyPr>
          <a:lstStyle/>
          <a:p>
            <a:pPr marL="0" indent="0">
              <a:lnSpc>
                <a:spcPct val="90000"/>
              </a:lnSpc>
              <a:spcBef>
                <a:spcPts val="2500"/>
              </a:spcBef>
              <a:spcAft>
                <a:spcPts val="600"/>
              </a:spcAft>
              <a:buNone/>
            </a:pPr>
            <a:r>
              <a:rPr lang="en-US" sz="2000" b="1" dirty="0"/>
              <a:t>Format Window Functions</a:t>
            </a:r>
          </a:p>
          <a:p>
            <a:pPr marL="0" lvl="1" indent="0">
              <a:lnSpc>
                <a:spcPct val="90000"/>
              </a:lnSpc>
              <a:spcBef>
                <a:spcPts val="1000"/>
              </a:spcBef>
              <a:spcAft>
                <a:spcPts val="600"/>
              </a:spcAft>
              <a:buNone/>
            </a:pPr>
            <a:r>
              <a:rPr lang="en-US" sz="2000" dirty="0"/>
              <a:t>The Format window helps align and arrange controls, ensuring consistent and professional form layouts.</a:t>
            </a:r>
          </a:p>
          <a:p>
            <a:pPr marL="0" indent="0">
              <a:lnSpc>
                <a:spcPct val="90000"/>
              </a:lnSpc>
              <a:spcBef>
                <a:spcPts val="2500"/>
              </a:spcBef>
              <a:spcAft>
                <a:spcPts val="600"/>
              </a:spcAft>
              <a:buNone/>
            </a:pPr>
            <a:r>
              <a:rPr lang="en-US" sz="2000" b="1" dirty="0"/>
              <a:t>Project Explorer Overview</a:t>
            </a:r>
          </a:p>
          <a:p>
            <a:pPr marL="0" lvl="1" indent="0">
              <a:lnSpc>
                <a:spcPct val="90000"/>
              </a:lnSpc>
              <a:spcBef>
                <a:spcPts val="1000"/>
              </a:spcBef>
              <a:spcAft>
                <a:spcPts val="600"/>
              </a:spcAft>
              <a:buNone/>
            </a:pPr>
            <a:r>
              <a:rPr lang="en-US" sz="2000" dirty="0"/>
              <a:t>Project Explorer provides a hierarchical view of forms, modules, and classes to manage project components efficiently.</a:t>
            </a:r>
          </a:p>
          <a:p>
            <a:pPr marL="0" indent="0">
              <a:lnSpc>
                <a:spcPct val="90000"/>
              </a:lnSpc>
              <a:spcBef>
                <a:spcPts val="2500"/>
              </a:spcBef>
              <a:spcAft>
                <a:spcPts val="600"/>
              </a:spcAft>
              <a:buNone/>
            </a:pPr>
            <a:r>
              <a:rPr lang="en-US" sz="2000" b="1" dirty="0"/>
              <a:t>Enhanced Development Efficiency</a:t>
            </a:r>
          </a:p>
          <a:p>
            <a:pPr marL="0" lvl="1" indent="0">
              <a:lnSpc>
                <a:spcPct val="90000"/>
              </a:lnSpc>
              <a:spcBef>
                <a:spcPts val="1000"/>
              </a:spcBef>
              <a:spcAft>
                <a:spcPts val="600"/>
              </a:spcAft>
              <a:buNone/>
            </a:pPr>
            <a:r>
              <a:rPr lang="en-US" sz="2000" dirty="0"/>
              <a:t>Using these windows together improves navigation and layout consistency, boosting overall development productivity.</a:t>
            </a:r>
          </a:p>
        </p:txBody>
      </p:sp>
      <p:pic>
        <p:nvPicPr>
          <p:cNvPr id="4" name="Content Placeholder 3" descr="A computer interface concept, monitoring a server room with network security and cloud computing.">
            <a:extLst>
              <a:ext uri="{FF2B5EF4-FFF2-40B4-BE49-F238E27FC236}">
                <a16:creationId xmlns:a16="http://schemas.microsoft.com/office/drawing/2014/main" xmlns="" id="{06A9C56A-EC47-4484-8577-567DD1A4ED98}"/>
              </a:ext>
            </a:extLst>
          </p:cNvPr>
          <p:cNvPicPr>
            <a:picLocks noGrp="1" noChangeAspect="1"/>
          </p:cNvPicPr>
          <p:nvPr>
            <p:ph type="pic" sz="quarter" idx="13"/>
          </p:nvPr>
        </p:nvPicPr>
        <p:blipFill>
          <a:blip r:embed="rId3"/>
          <a:stretch/>
        </p:blipFill>
        <p:spPr>
          <a:xfrm>
            <a:off x="5363570" y="1508504"/>
            <a:ext cx="6828430" cy="3840991"/>
          </a:xfrm>
        </p:spPr>
      </p:pic>
    </p:spTree>
    <p:extLst>
      <p:ext uri="{BB962C8B-B14F-4D97-AF65-F5344CB8AC3E}">
        <p14:creationId xmlns:p14="http://schemas.microsoft.com/office/powerpoint/2010/main" val="2934092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7389FF-932C-6A29-6ECE-0B5DE0776DF1}"/>
              </a:ext>
            </a:extLst>
          </p:cNvPr>
          <p:cNvSpPr>
            <a:spLocks noGrp="1"/>
          </p:cNvSpPr>
          <p:nvPr>
            <p:ph type="title"/>
          </p:nvPr>
        </p:nvSpPr>
        <p:spPr>
          <a:xfrm>
            <a:off x="34559" y="146663"/>
            <a:ext cx="8688100" cy="722647"/>
          </a:xfrm>
        </p:spPr>
        <p:txBody>
          <a:bodyPr vert="horz" lIns="91440" tIns="45720" rIns="91440" bIns="45720" rtlCol="0" anchor="t">
            <a:normAutofit/>
          </a:bodyPr>
          <a:lstStyle/>
          <a:p>
            <a:r>
              <a:rPr lang="en-US" sz="3900" b="1" i="0" kern="1200" spc="-200" baseline="0" dirty="0">
                <a:latin typeface="+mj-lt"/>
                <a:ea typeface="+mj-ea"/>
                <a:cs typeface="+mj-cs"/>
              </a:rPr>
              <a:t>Properties, Form Layout, and Toolbox</a:t>
            </a:r>
          </a:p>
        </p:txBody>
      </p:sp>
      <p:sp>
        <p:nvSpPr>
          <p:cNvPr id="5" name="TextBox 4">
            <a:extLst>
              <a:ext uri="{FF2B5EF4-FFF2-40B4-BE49-F238E27FC236}">
                <a16:creationId xmlns:a16="http://schemas.microsoft.com/office/drawing/2014/main" xmlns="" id="{D999672D-06E5-46F0-B432-FFD359DFB4B9}"/>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103437" y="869310"/>
            <a:ext cx="7225415" cy="4212926"/>
          </a:xfrm>
          <a:prstGeom prst="rect">
            <a:avLst/>
          </a:prstGeom>
        </p:spPr>
        <p:txBody>
          <a:bodyPr>
            <a:noAutofit/>
          </a:bodyPr>
          <a:lstStyle/>
          <a:p>
            <a:pPr marL="0" indent="0">
              <a:lnSpc>
                <a:spcPct val="90000"/>
              </a:lnSpc>
              <a:spcBef>
                <a:spcPts val="2500"/>
              </a:spcBef>
              <a:spcAft>
                <a:spcPts val="600"/>
              </a:spcAft>
              <a:buNone/>
            </a:pPr>
            <a:r>
              <a:rPr lang="en-US" sz="2000" b="1" dirty="0"/>
              <a:t>Properties Window</a:t>
            </a:r>
          </a:p>
          <a:p>
            <a:pPr marL="0" lvl="1" indent="0">
              <a:lnSpc>
                <a:spcPct val="90000"/>
              </a:lnSpc>
              <a:spcBef>
                <a:spcPts val="1000"/>
              </a:spcBef>
              <a:spcAft>
                <a:spcPts val="600"/>
              </a:spcAft>
              <a:buNone/>
            </a:pPr>
            <a:r>
              <a:rPr lang="en-US" sz="2000" dirty="0"/>
              <a:t>Allows configuration of object attributes like size, color, font, and behavior at design or runtime.</a:t>
            </a:r>
          </a:p>
          <a:p>
            <a:pPr marL="0" indent="0">
              <a:lnSpc>
                <a:spcPct val="90000"/>
              </a:lnSpc>
              <a:spcBef>
                <a:spcPts val="2500"/>
              </a:spcBef>
              <a:spcAft>
                <a:spcPts val="600"/>
              </a:spcAft>
              <a:buNone/>
            </a:pPr>
            <a:r>
              <a:rPr lang="en-US" sz="2000" b="1" dirty="0"/>
              <a:t>Form Layout Window</a:t>
            </a:r>
          </a:p>
          <a:p>
            <a:pPr marL="0" lvl="1" indent="0">
              <a:lnSpc>
                <a:spcPct val="90000"/>
              </a:lnSpc>
              <a:spcBef>
                <a:spcPts val="1000"/>
              </a:spcBef>
              <a:spcAft>
                <a:spcPts val="600"/>
              </a:spcAft>
              <a:buNone/>
            </a:pPr>
            <a:r>
              <a:rPr lang="en-US" sz="2000" dirty="0"/>
              <a:t>Displays a visual representation of form positioning to help align applications with user expectations.</a:t>
            </a:r>
          </a:p>
          <a:p>
            <a:pPr marL="0" indent="0">
              <a:lnSpc>
                <a:spcPct val="90000"/>
              </a:lnSpc>
              <a:spcBef>
                <a:spcPts val="2500"/>
              </a:spcBef>
              <a:spcAft>
                <a:spcPts val="600"/>
              </a:spcAft>
              <a:buNone/>
            </a:pPr>
            <a:r>
              <a:rPr lang="en-US" sz="2000" b="1" dirty="0"/>
              <a:t>Toolbox of Controls</a:t>
            </a:r>
          </a:p>
          <a:p>
            <a:pPr marL="0" lvl="1" indent="0">
              <a:lnSpc>
                <a:spcPct val="90000"/>
              </a:lnSpc>
              <a:spcBef>
                <a:spcPts val="1000"/>
              </a:spcBef>
              <a:spcAft>
                <a:spcPts val="600"/>
              </a:spcAft>
              <a:buNone/>
            </a:pPr>
            <a:r>
              <a:rPr lang="en-US" sz="2000" dirty="0"/>
              <a:t>Contains controls like buttons, text boxes, labels, and timers for building interactive interfaces.</a:t>
            </a:r>
          </a:p>
          <a:p>
            <a:pPr marL="0" indent="0">
              <a:lnSpc>
                <a:spcPct val="90000"/>
              </a:lnSpc>
              <a:spcBef>
                <a:spcPts val="2500"/>
              </a:spcBef>
              <a:spcAft>
                <a:spcPts val="600"/>
              </a:spcAft>
              <a:buNone/>
            </a:pPr>
            <a:r>
              <a:rPr lang="en-US" sz="2000" b="1" dirty="0"/>
              <a:t>Interactive Interface Development</a:t>
            </a:r>
          </a:p>
          <a:p>
            <a:pPr marL="0" lvl="1" indent="0">
              <a:lnSpc>
                <a:spcPct val="90000"/>
              </a:lnSpc>
              <a:spcBef>
                <a:spcPts val="1000"/>
              </a:spcBef>
              <a:spcAft>
                <a:spcPts val="600"/>
              </a:spcAft>
              <a:buNone/>
            </a:pPr>
            <a:r>
              <a:rPr lang="en-US" sz="2000" dirty="0"/>
              <a:t>Drag and drop controls onto forms and customize them to create intuitive and functional user interfaces.</a:t>
            </a:r>
          </a:p>
        </p:txBody>
      </p:sp>
      <p:pic>
        <p:nvPicPr>
          <p:cNvPr id="4" name="Content Placeholder 3" descr="Beautiful sunset, viewed from Polo Beach, in Wailea, Maui, Hawaii.">
            <a:extLst>
              <a:ext uri="{FF2B5EF4-FFF2-40B4-BE49-F238E27FC236}">
                <a16:creationId xmlns:a16="http://schemas.microsoft.com/office/drawing/2014/main" xmlns="" id="{1C6250FE-7192-4D81-9A87-C7BE70F88293}"/>
              </a:ext>
            </a:extLst>
          </p:cNvPr>
          <p:cNvPicPr>
            <a:picLocks noGrp="1" noChangeAspect="1"/>
          </p:cNvPicPr>
          <p:nvPr>
            <p:ph type="pic" sz="quarter" idx="13"/>
          </p:nvPr>
        </p:nvPicPr>
        <p:blipFill>
          <a:blip r:embed="rId3"/>
          <a:srcRect l="47646" r="8354"/>
          <a:stretch>
            <a:fillRect/>
          </a:stretch>
        </p:blipFill>
        <p:spPr>
          <a:xfrm>
            <a:off x="8168640" y="1"/>
            <a:ext cx="4023360" cy="6858000"/>
          </a:xfrm>
        </p:spPr>
      </p:pic>
    </p:spTree>
    <p:extLst>
      <p:ext uri="{BB962C8B-B14F-4D97-AF65-F5344CB8AC3E}">
        <p14:creationId xmlns:p14="http://schemas.microsoft.com/office/powerpoint/2010/main" val="1300051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7296F7-08F7-C528-BE3E-251800BE2C1D}"/>
              </a:ext>
            </a:extLst>
          </p:cNvPr>
          <p:cNvSpPr>
            <a:spLocks noGrp="1"/>
          </p:cNvSpPr>
          <p:nvPr>
            <p:ph type="title"/>
          </p:nvPr>
        </p:nvSpPr>
        <p:spPr>
          <a:xfrm>
            <a:off x="276918" y="155627"/>
            <a:ext cx="4931576" cy="1867629"/>
          </a:xfrm>
        </p:spPr>
        <p:txBody>
          <a:bodyPr vert="horz" lIns="91440" tIns="45720" rIns="91440" bIns="45720" rtlCol="0" anchor="t">
            <a:normAutofit/>
          </a:bodyPr>
          <a:lstStyle/>
          <a:p>
            <a:r>
              <a:rPr lang="en-US" sz="3900" b="1" i="0" kern="1200" spc="-200" baseline="0" dirty="0">
                <a:latin typeface="+mj-lt"/>
                <a:ea typeface="+mj-ea"/>
                <a:cs typeface="+mj-cs"/>
              </a:rPr>
              <a:t>Main Visual Window, Toolbar, and Form Information</a:t>
            </a:r>
          </a:p>
        </p:txBody>
      </p:sp>
      <p:sp>
        <p:nvSpPr>
          <p:cNvPr id="5" name="TextBox 4">
            <a:extLst>
              <a:ext uri="{FF2B5EF4-FFF2-40B4-BE49-F238E27FC236}">
                <a16:creationId xmlns:a16="http://schemas.microsoft.com/office/drawing/2014/main" xmlns="" id="{ABC0DB9E-97D7-4DF9-AED7-C8A7006C44AC}"/>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276918" y="1772245"/>
            <a:ext cx="4449227" cy="4001026"/>
          </a:xfrm>
          <a:prstGeom prst="rect">
            <a:avLst/>
          </a:prstGeom>
        </p:spPr>
        <p:txBody>
          <a:bodyPr>
            <a:noAutofit/>
          </a:bodyPr>
          <a:lstStyle/>
          <a:p>
            <a:pPr marL="0" indent="0">
              <a:lnSpc>
                <a:spcPct val="90000"/>
              </a:lnSpc>
              <a:spcBef>
                <a:spcPts val="2500"/>
              </a:spcBef>
              <a:spcAft>
                <a:spcPts val="600"/>
              </a:spcAft>
              <a:buNone/>
            </a:pPr>
            <a:r>
              <a:rPr lang="en-US" b="1" dirty="0"/>
              <a:t>Main Visual Window Functionality</a:t>
            </a:r>
          </a:p>
          <a:p>
            <a:pPr marL="0" lvl="1" indent="0">
              <a:lnSpc>
                <a:spcPct val="90000"/>
              </a:lnSpc>
              <a:spcBef>
                <a:spcPts val="1000"/>
              </a:spcBef>
              <a:spcAft>
                <a:spcPts val="600"/>
              </a:spcAft>
              <a:buNone/>
            </a:pPr>
            <a:r>
              <a:rPr lang="en-US" dirty="0"/>
              <a:t>The main visual window shows the active form and provides a drag-and-drop canvas for designing interfaces quickly.</a:t>
            </a:r>
          </a:p>
          <a:p>
            <a:pPr marL="0" indent="0">
              <a:lnSpc>
                <a:spcPct val="90000"/>
              </a:lnSpc>
              <a:spcBef>
                <a:spcPts val="2500"/>
              </a:spcBef>
              <a:spcAft>
                <a:spcPts val="600"/>
              </a:spcAft>
              <a:buNone/>
            </a:pPr>
            <a:r>
              <a:rPr lang="en-US" b="1" dirty="0"/>
              <a:t>Toolbar Features</a:t>
            </a:r>
          </a:p>
          <a:p>
            <a:pPr marL="0" lvl="1" indent="0">
              <a:lnSpc>
                <a:spcPct val="90000"/>
              </a:lnSpc>
              <a:spcBef>
                <a:spcPts val="1000"/>
              </a:spcBef>
              <a:spcAft>
                <a:spcPts val="600"/>
              </a:spcAft>
              <a:buNone/>
            </a:pPr>
            <a:r>
              <a:rPr lang="en-US" dirty="0"/>
              <a:t>The toolbar offers quick access to commands like Save, Run, Stop, and shortcuts for formatting controls and properties.</a:t>
            </a:r>
          </a:p>
          <a:p>
            <a:pPr marL="0" indent="0">
              <a:lnSpc>
                <a:spcPct val="90000"/>
              </a:lnSpc>
              <a:spcBef>
                <a:spcPts val="2500"/>
              </a:spcBef>
              <a:spcAft>
                <a:spcPts val="600"/>
              </a:spcAft>
              <a:buNone/>
            </a:pPr>
            <a:r>
              <a:rPr lang="en-US" b="1" dirty="0"/>
              <a:t>Form Location and Size</a:t>
            </a:r>
          </a:p>
          <a:p>
            <a:pPr marL="0" lvl="1" indent="0">
              <a:lnSpc>
                <a:spcPct val="90000"/>
              </a:lnSpc>
              <a:spcBef>
                <a:spcPts val="1000"/>
              </a:spcBef>
              <a:spcAft>
                <a:spcPts val="600"/>
              </a:spcAft>
              <a:buNone/>
            </a:pPr>
            <a:r>
              <a:rPr lang="en-US" dirty="0"/>
              <a:t>Form size and position settings ensure applications fit screens well, adjustable via properties or code.</a:t>
            </a:r>
          </a:p>
        </p:txBody>
      </p:sp>
      <p:pic>
        <p:nvPicPr>
          <p:cNvPr id="4" name="Content Placeholder 3" descr="Sunset on a resort and beach in Maui, Hawaii.">
            <a:extLst>
              <a:ext uri="{FF2B5EF4-FFF2-40B4-BE49-F238E27FC236}">
                <a16:creationId xmlns:a16="http://schemas.microsoft.com/office/drawing/2014/main" xmlns="" id="{DBD03482-0720-47C4-90ED-5AB2F170B5AA}"/>
              </a:ext>
            </a:extLst>
          </p:cNvPr>
          <p:cNvPicPr>
            <a:picLocks noGrp="1" noChangeAspect="1"/>
          </p:cNvPicPr>
          <p:nvPr>
            <p:ph type="pic" sz="quarter" idx="13"/>
          </p:nvPr>
        </p:nvPicPr>
        <p:blipFill>
          <a:blip r:embed="rId3"/>
          <a:srcRect l="21580" r="11957" b="-1"/>
          <a:stretch>
            <a:fillRect/>
          </a:stretch>
        </p:blipFill>
        <p:spPr>
          <a:xfrm>
            <a:off x="5363570" y="10"/>
            <a:ext cx="6828430" cy="6857990"/>
          </a:xfrm>
        </p:spPr>
      </p:pic>
    </p:spTree>
    <p:extLst>
      <p:ext uri="{BB962C8B-B14F-4D97-AF65-F5344CB8AC3E}">
        <p14:creationId xmlns:p14="http://schemas.microsoft.com/office/powerpoint/2010/main" val="34979655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A16F4C-C595-0D98-2853-644CF01C7C49}"/>
              </a:ext>
            </a:extLst>
          </p:cNvPr>
          <p:cNvSpPr>
            <a:spLocks noGrp="1"/>
          </p:cNvSpPr>
          <p:nvPr>
            <p:ph type="title"/>
          </p:nvPr>
        </p:nvSpPr>
        <p:spPr>
          <a:xfrm>
            <a:off x="89531" y="137698"/>
            <a:ext cx="4824000" cy="1867629"/>
          </a:xfrm>
        </p:spPr>
        <p:txBody>
          <a:bodyPr vert="horz" lIns="91440" tIns="45720" rIns="91440" bIns="45720" rtlCol="0" anchor="t">
            <a:normAutofit/>
          </a:bodyPr>
          <a:lstStyle/>
          <a:p>
            <a:r>
              <a:rPr lang="en-US" sz="4800" b="1" i="0" kern="1200" spc="-200" baseline="0" dirty="0">
                <a:latin typeface="+mj-lt"/>
                <a:ea typeface="+mj-ea"/>
                <a:cs typeface="+mj-cs"/>
              </a:rPr>
              <a:t>Design Time, Run Time, and Break Time</a:t>
            </a:r>
          </a:p>
        </p:txBody>
      </p:sp>
      <p:sp>
        <p:nvSpPr>
          <p:cNvPr id="5" name="TextBox 4">
            <a:extLst>
              <a:ext uri="{FF2B5EF4-FFF2-40B4-BE49-F238E27FC236}">
                <a16:creationId xmlns:a16="http://schemas.microsoft.com/office/drawing/2014/main" xmlns="" id="{126F9013-72DE-4B31-AC3C-1013B6A57D99}"/>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276917" y="2005327"/>
            <a:ext cx="4449227" cy="3138438"/>
          </a:xfrm>
          <a:prstGeom prst="rect">
            <a:avLst/>
          </a:prstGeom>
        </p:spPr>
        <p:txBody>
          <a:bodyPr>
            <a:noAutofit/>
          </a:bodyPr>
          <a:lstStyle/>
          <a:p>
            <a:pPr marL="0" indent="0">
              <a:lnSpc>
                <a:spcPct val="90000"/>
              </a:lnSpc>
              <a:spcBef>
                <a:spcPts val="2500"/>
              </a:spcBef>
              <a:spcAft>
                <a:spcPts val="600"/>
              </a:spcAft>
              <a:buNone/>
            </a:pPr>
            <a:r>
              <a:rPr lang="en-US" b="1" dirty="0"/>
              <a:t>Design Time Stage</a:t>
            </a:r>
          </a:p>
          <a:p>
            <a:pPr marL="0" lvl="1" indent="0">
              <a:lnSpc>
                <a:spcPct val="90000"/>
              </a:lnSpc>
              <a:spcBef>
                <a:spcPts val="1000"/>
              </a:spcBef>
              <a:spcAft>
                <a:spcPts val="600"/>
              </a:spcAft>
              <a:buNone/>
            </a:pPr>
            <a:r>
              <a:rPr lang="en-US" dirty="0"/>
              <a:t>During design time, developers build the user interface and write code within the IDE, configuring properties and controls.</a:t>
            </a:r>
          </a:p>
          <a:p>
            <a:pPr marL="0" indent="0">
              <a:lnSpc>
                <a:spcPct val="90000"/>
              </a:lnSpc>
              <a:spcBef>
                <a:spcPts val="2500"/>
              </a:spcBef>
              <a:spcAft>
                <a:spcPts val="600"/>
              </a:spcAft>
              <a:buNone/>
            </a:pPr>
            <a:r>
              <a:rPr lang="en-US" b="1" dirty="0"/>
              <a:t>Run Time Stage</a:t>
            </a:r>
          </a:p>
          <a:p>
            <a:pPr marL="0" lvl="1" indent="0">
              <a:lnSpc>
                <a:spcPct val="90000"/>
              </a:lnSpc>
              <a:spcBef>
                <a:spcPts val="1000"/>
              </a:spcBef>
              <a:spcAft>
                <a:spcPts val="600"/>
              </a:spcAft>
              <a:buNone/>
            </a:pPr>
            <a:r>
              <a:rPr lang="en-US" dirty="0"/>
              <a:t>Run time happens when the application executes, allowing interaction and functional testing to identify errors.</a:t>
            </a:r>
          </a:p>
          <a:p>
            <a:pPr marL="0" indent="0">
              <a:lnSpc>
                <a:spcPct val="90000"/>
              </a:lnSpc>
              <a:spcBef>
                <a:spcPts val="2500"/>
              </a:spcBef>
              <a:spcAft>
                <a:spcPts val="600"/>
              </a:spcAft>
              <a:buNone/>
            </a:pPr>
            <a:r>
              <a:rPr lang="en-US" b="1" dirty="0"/>
              <a:t>Break Time Stage</a:t>
            </a:r>
          </a:p>
          <a:p>
            <a:pPr marL="0" lvl="1" indent="0">
              <a:lnSpc>
                <a:spcPct val="90000"/>
              </a:lnSpc>
              <a:spcBef>
                <a:spcPts val="1000"/>
              </a:spcBef>
              <a:spcAft>
                <a:spcPts val="600"/>
              </a:spcAft>
              <a:buNone/>
            </a:pPr>
            <a:r>
              <a:rPr lang="en-US" dirty="0"/>
              <a:t>Break time pauses execution for debugging, inspecting variables, and evaluating expressions using debugging tools.</a:t>
            </a:r>
          </a:p>
        </p:txBody>
      </p:sp>
      <p:pic>
        <p:nvPicPr>
          <p:cNvPr id="4" name="Content Placeholder 3" descr="Yound man drawing on a clear whiteboard">
            <a:extLst>
              <a:ext uri="{FF2B5EF4-FFF2-40B4-BE49-F238E27FC236}">
                <a16:creationId xmlns:a16="http://schemas.microsoft.com/office/drawing/2014/main" xmlns="" id="{C1732C97-53E9-4E38-AD46-11D7269EB2E0}"/>
              </a:ext>
            </a:extLst>
          </p:cNvPr>
          <p:cNvPicPr>
            <a:picLocks noGrp="1" noChangeAspect="1"/>
          </p:cNvPicPr>
          <p:nvPr>
            <p:ph type="pic" sz="quarter" idx="13"/>
          </p:nvPr>
        </p:nvPicPr>
        <p:blipFill>
          <a:blip r:embed="rId3"/>
          <a:srcRect l="29707" r="3830" b="-1"/>
          <a:stretch>
            <a:fillRect/>
          </a:stretch>
        </p:blipFill>
        <p:spPr>
          <a:xfrm>
            <a:off x="5363570" y="10"/>
            <a:ext cx="6828430" cy="6857990"/>
          </a:xfrm>
        </p:spPr>
      </p:pic>
    </p:spTree>
    <p:extLst>
      <p:ext uri="{BB962C8B-B14F-4D97-AF65-F5344CB8AC3E}">
        <p14:creationId xmlns:p14="http://schemas.microsoft.com/office/powerpoint/2010/main" val="668517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9403DE-48DD-41F2-52E7-A070C1C3EE90}"/>
              </a:ext>
            </a:extLst>
          </p:cNvPr>
          <p:cNvSpPr>
            <a:spLocks noGrp="1"/>
          </p:cNvSpPr>
          <p:nvPr>
            <p:ph type="title"/>
          </p:nvPr>
        </p:nvSpPr>
        <p:spPr>
          <a:xfrm>
            <a:off x="4281792" y="74945"/>
            <a:ext cx="8161220" cy="1138769"/>
          </a:xfrm>
        </p:spPr>
        <p:txBody>
          <a:bodyPr vert="horz" lIns="91440" tIns="45720" rIns="91440" bIns="45720" rtlCol="0" anchor="t">
            <a:normAutofit/>
          </a:bodyPr>
          <a:lstStyle/>
          <a:p>
            <a:r>
              <a:rPr lang="en-US" sz="3800" b="1" i="0" kern="1200" spc="-200" baseline="0" dirty="0">
                <a:latin typeface="+mj-lt"/>
                <a:ea typeface="+mj-ea"/>
                <a:cs typeface="+mj-cs"/>
              </a:rPr>
              <a:t>Writing Your First Visual Basic Project</a:t>
            </a:r>
          </a:p>
        </p:txBody>
      </p:sp>
      <p:pic>
        <p:nvPicPr>
          <p:cNvPr id="4" name="Content Placeholder 3"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xmlns="" id="{E987B35F-4F9A-4546-BA24-01C14C39C444}"/>
              </a:ext>
            </a:extLst>
          </p:cNvPr>
          <p:cNvPicPr>
            <a:picLocks noGrp="1" noChangeAspect="1"/>
          </p:cNvPicPr>
          <p:nvPr>
            <p:ph type="pic" sz="quarter" idx="13"/>
          </p:nvPr>
        </p:nvPicPr>
        <p:blipFill>
          <a:blip r:embed="rId3"/>
          <a:srcRect l="45796" r="15044" b="-2"/>
          <a:stretch>
            <a:fillRect/>
          </a:stretch>
        </p:blipFill>
        <p:spPr>
          <a:xfrm>
            <a:off x="20" y="1"/>
            <a:ext cx="4023340" cy="6858000"/>
          </a:xfrm>
        </p:spPr>
      </p:pic>
      <p:sp>
        <p:nvSpPr>
          <p:cNvPr id="5" name="TextBox 4">
            <a:extLst>
              <a:ext uri="{FF2B5EF4-FFF2-40B4-BE49-F238E27FC236}">
                <a16:creationId xmlns:a16="http://schemas.microsoft.com/office/drawing/2014/main" xmlns="" id="{8E7D97FC-032D-402E-8C49-563288BDA162}"/>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281792" y="824486"/>
            <a:ext cx="7225415" cy="4212926"/>
          </a:xfrm>
          <a:prstGeom prst="rect">
            <a:avLst/>
          </a:prstGeom>
        </p:spPr>
        <p:txBody>
          <a:bodyPr>
            <a:noAutofit/>
          </a:bodyPr>
          <a:lstStyle/>
          <a:p>
            <a:pPr marL="0" indent="0">
              <a:lnSpc>
                <a:spcPct val="90000"/>
              </a:lnSpc>
              <a:spcBef>
                <a:spcPts val="2500"/>
              </a:spcBef>
              <a:spcAft>
                <a:spcPts val="600"/>
              </a:spcAft>
              <a:buNone/>
            </a:pPr>
            <a:r>
              <a:rPr lang="en-US" sz="2200" b="1" dirty="0"/>
              <a:t>Project Setup and Interface Design</a:t>
            </a:r>
          </a:p>
          <a:p>
            <a:pPr marL="0" lvl="1" indent="0">
              <a:lnSpc>
                <a:spcPct val="90000"/>
              </a:lnSpc>
              <a:spcBef>
                <a:spcPts val="1000"/>
              </a:spcBef>
              <a:spcAft>
                <a:spcPts val="600"/>
              </a:spcAft>
              <a:buNone/>
            </a:pPr>
            <a:r>
              <a:rPr lang="en-US" sz="2200" dirty="0"/>
              <a:t>Launch VB6 IDE, select Standard EXE template, and design the form using Toolbox controls.</a:t>
            </a:r>
          </a:p>
          <a:p>
            <a:pPr marL="0" indent="0">
              <a:lnSpc>
                <a:spcPct val="90000"/>
              </a:lnSpc>
              <a:spcBef>
                <a:spcPts val="2500"/>
              </a:spcBef>
              <a:spcAft>
                <a:spcPts val="600"/>
              </a:spcAft>
              <a:buNone/>
            </a:pPr>
            <a:r>
              <a:rPr lang="en-US" sz="2200" b="1" dirty="0"/>
              <a:t>Configuring Control Properties</a:t>
            </a:r>
          </a:p>
          <a:p>
            <a:pPr marL="0" lvl="1" indent="0">
              <a:lnSpc>
                <a:spcPct val="90000"/>
              </a:lnSpc>
              <a:spcBef>
                <a:spcPts val="1000"/>
              </a:spcBef>
              <a:spcAft>
                <a:spcPts val="600"/>
              </a:spcAft>
              <a:buNone/>
            </a:pPr>
            <a:r>
              <a:rPr lang="en-US" sz="2200" dirty="0"/>
              <a:t>Adjust control attributes such as captions, colors, and sizes in the Properties window to finalize design.</a:t>
            </a:r>
          </a:p>
          <a:p>
            <a:pPr marL="0" indent="0">
              <a:lnSpc>
                <a:spcPct val="90000"/>
              </a:lnSpc>
              <a:spcBef>
                <a:spcPts val="2500"/>
              </a:spcBef>
              <a:spcAft>
                <a:spcPts val="600"/>
              </a:spcAft>
              <a:buNone/>
            </a:pPr>
            <a:r>
              <a:rPr lang="en-US" sz="2200" b="1" dirty="0"/>
              <a:t>Writing Event-Driven Code</a:t>
            </a:r>
          </a:p>
          <a:p>
            <a:pPr marL="0" lvl="1" indent="0">
              <a:lnSpc>
                <a:spcPct val="90000"/>
              </a:lnSpc>
              <a:spcBef>
                <a:spcPts val="1000"/>
              </a:spcBef>
              <a:spcAft>
                <a:spcPts val="600"/>
              </a:spcAft>
              <a:buNone/>
            </a:pPr>
            <a:r>
              <a:rPr lang="en-US" sz="2200" dirty="0"/>
              <a:t>Write event procedures in the code editor to define UI behavior like button click responses.</a:t>
            </a:r>
          </a:p>
          <a:p>
            <a:pPr marL="0" indent="0">
              <a:lnSpc>
                <a:spcPct val="90000"/>
              </a:lnSpc>
              <a:spcBef>
                <a:spcPts val="2500"/>
              </a:spcBef>
              <a:spcAft>
                <a:spcPts val="600"/>
              </a:spcAft>
              <a:buNone/>
            </a:pPr>
            <a:r>
              <a:rPr lang="en-US" sz="2200" b="1" dirty="0"/>
              <a:t>Testing and Debugging</a:t>
            </a:r>
          </a:p>
          <a:p>
            <a:pPr marL="0" lvl="1" indent="0">
              <a:lnSpc>
                <a:spcPct val="90000"/>
              </a:lnSpc>
              <a:spcBef>
                <a:spcPts val="1000"/>
              </a:spcBef>
              <a:spcAft>
                <a:spcPts val="600"/>
              </a:spcAft>
              <a:buNone/>
            </a:pPr>
            <a:r>
              <a:rPr lang="en-US" sz="2200" dirty="0"/>
              <a:t>Run the application within the IDE, use breakpoints and Immediate window to debug errors effectively.</a:t>
            </a:r>
          </a:p>
        </p:txBody>
      </p:sp>
    </p:spTree>
    <p:extLst>
      <p:ext uri="{BB962C8B-B14F-4D97-AF65-F5344CB8AC3E}">
        <p14:creationId xmlns:p14="http://schemas.microsoft.com/office/powerpoint/2010/main" val="468364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AF667F-DF7E-F3EF-AC17-263933F06435}"/>
              </a:ext>
            </a:extLst>
          </p:cNvPr>
          <p:cNvSpPr>
            <a:spLocks noGrp="1"/>
          </p:cNvSpPr>
          <p:nvPr>
            <p:ph type="title"/>
          </p:nvPr>
        </p:nvSpPr>
        <p:spPr>
          <a:xfrm>
            <a:off x="190408" y="160568"/>
            <a:ext cx="12001592" cy="1088358"/>
          </a:xfrm>
        </p:spPr>
        <p:txBody>
          <a:bodyPr anchor="ctr">
            <a:normAutofit/>
          </a:bodyPr>
          <a:lstStyle/>
          <a:p>
            <a:r>
              <a:rPr lang="en-US" b="1" dirty="0"/>
              <a:t>Summary of Key Concepts</a:t>
            </a:r>
          </a:p>
        </p:txBody>
      </p:sp>
      <p:sp>
        <p:nvSpPr>
          <p:cNvPr id="5" name="TextBox 4">
            <a:extLst>
              <a:ext uri="{FF2B5EF4-FFF2-40B4-BE49-F238E27FC236}">
                <a16:creationId xmlns:a16="http://schemas.microsoft.com/office/drawing/2014/main" xmlns="" id="{2841E86C-19F4-48F1-A3E3-842D6F301879}"/>
              </a:ext>
            </a:extLst>
          </p:cNvPr>
          <p:cNvSpPr txBox="1"/>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973543" y="1248926"/>
            <a:ext cx="5905546" cy="5102019"/>
          </a:xfrm>
          <a:prstGeom prst="rect">
            <a:avLst/>
          </a:prstGeom>
        </p:spPr>
        <p:txBody>
          <a:bodyPr>
            <a:noAutofit/>
          </a:bodyPr>
          <a:lstStyle/>
          <a:p>
            <a:pPr marL="0" indent="0">
              <a:spcBef>
                <a:spcPts val="2500"/>
              </a:spcBef>
              <a:spcAft>
                <a:spcPts val="600"/>
              </a:spcAft>
              <a:buNone/>
            </a:pPr>
            <a:r>
              <a:rPr lang="en-US" sz="1600" b="1" dirty="0"/>
              <a:t>VB6 Environment Overview</a:t>
            </a:r>
          </a:p>
          <a:p>
            <a:pPr marL="0" lvl="1" indent="0">
              <a:spcBef>
                <a:spcPts val="1000"/>
              </a:spcBef>
              <a:spcAft>
                <a:spcPts val="600"/>
              </a:spcAft>
              <a:buNone/>
            </a:pPr>
            <a:r>
              <a:rPr lang="en-US" sz="1600" dirty="0"/>
              <a:t>Students explored VB6 components like Project Explorer, Properties window, and Toolbox for project management and design.</a:t>
            </a:r>
          </a:p>
          <a:p>
            <a:pPr marL="0" indent="0">
              <a:spcBef>
                <a:spcPts val="2500"/>
              </a:spcBef>
              <a:spcAft>
                <a:spcPts val="600"/>
              </a:spcAft>
              <a:buNone/>
            </a:pPr>
            <a:r>
              <a:rPr lang="en-US" sz="1600" b="1" dirty="0"/>
              <a:t>Object Model and Event Programming</a:t>
            </a:r>
          </a:p>
          <a:p>
            <a:pPr marL="0" lvl="1" indent="0">
              <a:spcBef>
                <a:spcPts val="1000"/>
              </a:spcBef>
              <a:spcAft>
                <a:spcPts val="600"/>
              </a:spcAft>
              <a:buNone/>
            </a:pPr>
            <a:r>
              <a:rPr lang="en-US" sz="1600" dirty="0"/>
              <a:t>The object model forms the foundation for event-driven programming with objects, properties, methods, and events.</a:t>
            </a:r>
          </a:p>
          <a:p>
            <a:pPr marL="0" indent="0">
              <a:spcBef>
                <a:spcPts val="2500"/>
              </a:spcBef>
              <a:spcAft>
                <a:spcPts val="600"/>
              </a:spcAft>
              <a:buNone/>
            </a:pPr>
            <a:r>
              <a:rPr lang="en-US" sz="1600" b="1" dirty="0"/>
              <a:t>Practical Programming Skills</a:t>
            </a:r>
          </a:p>
          <a:p>
            <a:pPr marL="0" lvl="1" indent="0">
              <a:spcBef>
                <a:spcPts val="1000"/>
              </a:spcBef>
              <a:spcAft>
                <a:spcPts val="600"/>
              </a:spcAft>
              <a:buNone/>
            </a:pPr>
            <a:r>
              <a:rPr lang="en-US" sz="1600" dirty="0"/>
              <a:t>Writing projects, configuring controls, and implementing event procedures developed practical VB6 skills.</a:t>
            </a:r>
          </a:p>
          <a:p>
            <a:pPr marL="0" indent="0">
              <a:spcBef>
                <a:spcPts val="2500"/>
              </a:spcBef>
              <a:spcAft>
                <a:spcPts val="600"/>
              </a:spcAft>
              <a:buNone/>
            </a:pPr>
            <a:r>
              <a:rPr lang="en-US" sz="1600" b="1" dirty="0"/>
              <a:t>Development Stages and Debugging</a:t>
            </a:r>
          </a:p>
          <a:p>
            <a:pPr marL="0" lvl="1" indent="0">
              <a:spcBef>
                <a:spcPts val="1000"/>
              </a:spcBef>
              <a:spcAft>
                <a:spcPts val="600"/>
              </a:spcAft>
              <a:buNone/>
            </a:pPr>
            <a:r>
              <a:rPr lang="en-US" sz="1600" dirty="0"/>
              <a:t>Understanding design time, run time, and break time stages aids effective development and debugging.</a:t>
            </a:r>
          </a:p>
        </p:txBody>
      </p:sp>
      <p:pic>
        <p:nvPicPr>
          <p:cNvPr id="4" name="Content Placeholder 3" descr="Abstract digital LED screen concept with defocused lights">
            <a:extLst>
              <a:ext uri="{FF2B5EF4-FFF2-40B4-BE49-F238E27FC236}">
                <a16:creationId xmlns:a16="http://schemas.microsoft.com/office/drawing/2014/main" xmlns="" id="{AAB9B682-3CAC-414F-AE87-84DEC6B7ECB6}"/>
              </a:ext>
            </a:extLst>
          </p:cNvPr>
          <p:cNvPicPr>
            <a:picLocks noGrp="1" noChangeAspect="1"/>
          </p:cNvPicPr>
          <p:nvPr>
            <p:ph idx="4294967295"/>
          </p:nvPr>
        </p:nvPicPr>
        <p:blipFill>
          <a:blip r:embed="rId3"/>
          <a:srcRect l="8188" r="-2" b="-2"/>
          <a:stretch>
            <a:fillRect/>
          </a:stretch>
        </p:blipFill>
        <p:spPr>
          <a:xfrm>
            <a:off x="20" y="1923521"/>
            <a:ext cx="5905526" cy="4824113"/>
          </a:xfrm>
        </p:spPr>
      </p:pic>
    </p:spTree>
    <p:extLst>
      <p:ext uri="{BB962C8B-B14F-4D97-AF65-F5344CB8AC3E}">
        <p14:creationId xmlns:p14="http://schemas.microsoft.com/office/powerpoint/2010/main" val="36728385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anim calcmode="lin" valueType="num">
                                      <p:cBhvr>
                                        <p:cTn id="8" dur="250" fill="hold"/>
                                        <p:tgtEl>
                                          <p:spTgt spid="5"/>
                                        </p:tgtEl>
                                        <p:attrNameLst>
                                          <p:attrName>ppt_x</p:attrName>
                                        </p:attrNameLst>
                                      </p:cBhvr>
                                      <p:tavLst>
                                        <p:tav tm="0">
                                          <p:val>
                                            <p:strVal val="#ppt_x"/>
                                          </p:val>
                                        </p:tav>
                                        <p:tav tm="100000">
                                          <p:val>
                                            <p:strVal val="#ppt_x"/>
                                          </p:val>
                                        </p:tav>
                                      </p:tavLst>
                                    </p:anim>
                                    <p:anim calcmode="lin" valueType="num">
                                      <p:cBhvr>
                                        <p:cTn id="9" dur="2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4777" y="115732"/>
            <a:ext cx="10633271" cy="1018035"/>
          </a:xfrm>
        </p:spPr>
        <p:txBody>
          <a:bodyPr>
            <a:normAutofit/>
          </a:bodyPr>
          <a:lstStyle/>
          <a:p>
            <a:pPr algn="ctr"/>
            <a:r>
              <a:rPr lang="en-US" b="1" dirty="0" smtClean="0">
                <a:solidFill>
                  <a:schemeClr val="tx1"/>
                </a:solidFill>
                <a:latin typeface="+mn-lt"/>
              </a:rPr>
              <a:t>Summary and Review Exercises </a:t>
            </a:r>
            <a:endParaRPr lang="en-US" b="1" dirty="0">
              <a:solidFill>
                <a:schemeClr val="tx1"/>
              </a:solidFill>
              <a:latin typeface="+mn-lt"/>
            </a:endParaRPr>
          </a:p>
        </p:txBody>
      </p:sp>
      <p:sp>
        <p:nvSpPr>
          <p:cNvPr id="6" name="Content Placeholder 5"/>
          <p:cNvSpPr>
            <a:spLocks noGrp="1"/>
          </p:cNvSpPr>
          <p:nvPr>
            <p:ph idx="1"/>
          </p:nvPr>
        </p:nvSpPr>
        <p:spPr>
          <a:xfrm>
            <a:off x="888637" y="1268238"/>
            <a:ext cx="11035552" cy="3609164"/>
          </a:xfrm>
        </p:spPr>
        <p:txBody>
          <a:bodyPr>
            <a:normAutofit/>
          </a:bodyPr>
          <a:lstStyle/>
          <a:p>
            <a:r>
              <a:rPr lang="en-US" sz="2800" dirty="0">
                <a:solidFill>
                  <a:schemeClr val="tx1"/>
                </a:solidFill>
              </a:rPr>
              <a:t>Read Chapter Summary Notes on Page 84 of Introduction to Programming Book 1</a:t>
            </a:r>
            <a:r>
              <a:rPr lang="en-US" sz="2800" dirty="0" smtClean="0">
                <a:solidFill>
                  <a:schemeClr val="tx1"/>
                </a:solidFill>
              </a:rPr>
              <a:t>.</a:t>
            </a:r>
          </a:p>
          <a:p>
            <a:r>
              <a:rPr lang="en-US" sz="2800" dirty="0">
                <a:solidFill>
                  <a:schemeClr val="tx1"/>
                </a:solidFill>
              </a:rPr>
              <a:t>Complete all 15 review questions on Page 85 of Introduction to Programming Book 1.</a:t>
            </a:r>
          </a:p>
          <a:p>
            <a:r>
              <a:rPr lang="en-US" sz="2800" dirty="0">
                <a:solidFill>
                  <a:schemeClr val="tx1"/>
                </a:solidFill>
              </a:rPr>
              <a:t>Try to at least complete any 2 questions on Programming Exercises on Pages 86 – 87</a:t>
            </a:r>
            <a:r>
              <a:rPr lang="en-US" sz="2800" dirty="0" smtClean="0">
                <a:solidFill>
                  <a:schemeClr val="tx1"/>
                </a:solidFill>
              </a:rPr>
              <a:t>.</a:t>
            </a:r>
            <a:endParaRPr lang="en-US" sz="2800" dirty="0">
              <a:solidFill>
                <a:schemeClr val="tx1"/>
              </a:solidFill>
            </a:endParaRPr>
          </a:p>
        </p:txBody>
      </p:sp>
    </p:spTree>
    <p:extLst>
      <p:ext uri="{BB962C8B-B14F-4D97-AF65-F5344CB8AC3E}">
        <p14:creationId xmlns:p14="http://schemas.microsoft.com/office/powerpoint/2010/main" val="3047156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416424" y="2865137"/>
            <a:ext cx="10273551" cy="1274195"/>
          </a:xfrm>
          <a:prstGeom prst="rect">
            <a:avLst/>
          </a:prstGeom>
        </p:spPr>
        <p:txBody>
          <a:bodyPr wrap="square">
            <a:spAutoFit/>
          </a:bodyPr>
          <a:lstStyle/>
          <a:p>
            <a:pPr marL="533386" lvl="1"/>
            <a:r>
              <a:rPr lang="en-US" sz="2400" dirty="0" smtClean="0">
                <a:solidFill>
                  <a:schemeClr val="tx1"/>
                </a:solidFill>
              </a:rPr>
              <a:t>Programmers Day is a day that honors programmers and innovators who make human lives easier by innovating and designing computer programs. This day is popularly celebrated on every 13 September every year, or on September 12 in leap years. </a:t>
            </a:r>
            <a:endParaRPr lang="en-US" sz="2400" dirty="0">
              <a:solidFill>
                <a:schemeClr val="tx1"/>
              </a:solidFill>
            </a:endParaRPr>
          </a:p>
        </p:txBody>
      </p:sp>
      <p:sp>
        <p:nvSpPr>
          <p:cNvPr id="3" name="Wave 2"/>
          <p:cNvSpPr/>
          <p:nvPr/>
        </p:nvSpPr>
        <p:spPr>
          <a:xfrm>
            <a:off x="3584168" y="989935"/>
            <a:ext cx="6347638" cy="1254642"/>
          </a:xfrm>
          <a:prstGeom prst="wav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4000" b="1" dirty="0"/>
              <a:t>PS: Programmers Day!</a:t>
            </a:r>
            <a:endParaRPr lang="en-US" sz="4000" dirty="0"/>
          </a:p>
        </p:txBody>
      </p:sp>
      <p:sp>
        <p:nvSpPr>
          <p:cNvPr id="5" name="Date Placeholder 4"/>
          <p:cNvSpPr>
            <a:spLocks noGrp="1"/>
          </p:cNvSpPr>
          <p:nvPr>
            <p:ph type="dt" sz="half" idx="10"/>
          </p:nvPr>
        </p:nvSpPr>
        <p:spPr/>
        <p:txBody>
          <a:bodyPr/>
          <a:lstStyle/>
          <a:p>
            <a:fld id="{B8705E7E-DA6E-49CA-80D7-748858F5B09B}" type="datetime1">
              <a:rPr lang="en-US" smtClean="0"/>
              <a:t>2/4/2026</a:t>
            </a:fld>
            <a:endParaRPr lang="en-US"/>
          </a:p>
        </p:txBody>
      </p:sp>
      <p:sp>
        <p:nvSpPr>
          <p:cNvPr id="7" name="Slide Number Placeholder 6"/>
          <p:cNvSpPr>
            <a:spLocks noGrp="1"/>
          </p:cNvSpPr>
          <p:nvPr>
            <p:ph type="sldNum" sz="quarter" idx="12"/>
          </p:nvPr>
        </p:nvSpPr>
        <p:spPr/>
        <p:txBody>
          <a:bodyPr/>
          <a:lstStyle/>
          <a:p>
            <a:fld id="{8C9F508B-49A9-401E-894D-AEAE0D259B80}" type="slidenum">
              <a:rPr lang="en-US" smtClean="0"/>
              <a:t>27</a:t>
            </a:fld>
            <a:endParaRPr lang="en-US"/>
          </a:p>
        </p:txBody>
      </p:sp>
    </p:spTree>
    <p:extLst>
      <p:ext uri="{BB962C8B-B14F-4D97-AF65-F5344CB8AC3E}">
        <p14:creationId xmlns:p14="http://schemas.microsoft.com/office/powerpoint/2010/main" val="14017180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519340386"/>
      </p:ext>
    </p:extLst>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_Copilot Layouts_win32_DN_v7" id="{2D27664C-6308-44CF-AD31-3123E3CD2A37}" vid="{94C83FE8-F59A-47F5-B97E-45C21FC7BF6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782DA7-86C0-4A84-A860-11A1E6E3FB6B}">
  <ds:schemaRefs>
    <ds:schemaRef ds:uri="http://purl.org/dc/terms/"/>
    <ds:schemaRef ds:uri="http://www.w3.org/XML/1998/namespace"/>
    <ds:schemaRef ds:uri="http://schemas.microsoft.com/office/infopath/2007/PartnerControls"/>
    <ds:schemaRef ds:uri="http://purl.org/dc/elements/1.1/"/>
    <ds:schemaRef ds:uri="http://schemas.microsoft.com/office/2006/documentManagement/types"/>
    <ds:schemaRef ds:uri="http://purl.org/dc/dcmitype/"/>
    <ds:schemaRef ds:uri="http://schemas.openxmlformats.org/package/2006/metadata/core-properties"/>
    <ds:schemaRef ds:uri="230e9df3-be65-4c73-a93b-d1236ebd677e"/>
    <ds:schemaRef ds:uri="http://schemas.microsoft.com/office/2006/metadata/properties"/>
    <ds:schemaRef ds:uri="16c05727-aa75-4e4a-9b5f-8a80a1165891"/>
    <ds:schemaRef ds:uri="71af3243-3dd4-4a8d-8c0d-dd76da1f02a5"/>
    <ds:schemaRef ds:uri="http://schemas.microsoft.com/sharepoint/v3"/>
  </ds:schemaRefs>
</ds:datastoreItem>
</file>

<file path=customXml/itemProps2.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6066</TotalTime>
  <Words>2904</Words>
  <Application>Microsoft Office PowerPoint</Application>
  <PresentationFormat>Widescreen</PresentationFormat>
  <Paragraphs>291</Paragraphs>
  <Slides>28</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Aptos</vt:lpstr>
      <vt:lpstr>Arial</vt:lpstr>
      <vt:lpstr>Arial Narrow</vt:lpstr>
      <vt:lpstr>Neue Haas Grotesk Text Pro</vt:lpstr>
      <vt:lpstr>Neue Haas Grotesk Text Pro (Body)</vt:lpstr>
      <vt:lpstr>Times New Roman</vt:lpstr>
      <vt:lpstr>Wingdings</vt:lpstr>
      <vt:lpstr>Axis</vt:lpstr>
      <vt:lpstr>Chapter 3:Introduction to Visual Basic 6.0</vt:lpstr>
      <vt:lpstr>Introduction to Visual Basic 6.0</vt:lpstr>
      <vt:lpstr>Learning Objectives</vt:lpstr>
      <vt:lpstr>Learning Objectives</vt:lpstr>
      <vt:lpstr>3.1 What is Visual Basic 6.0?</vt:lpstr>
      <vt:lpstr>PowerPoint Presentation</vt:lpstr>
      <vt:lpstr>3.2 What is a GUI?</vt:lpstr>
      <vt:lpstr>3.3 Writing Windows Application with VB - The Object Model</vt:lpstr>
      <vt:lpstr>Writing Windows Applications with Visual Basic</vt:lpstr>
      <vt:lpstr>The Object Model</vt:lpstr>
      <vt:lpstr>3.4 Writing Visual Basic Projects</vt:lpstr>
      <vt:lpstr>Writing Visual Basic Projects</vt:lpstr>
      <vt:lpstr>PowerPoint Presentation</vt:lpstr>
      <vt:lpstr>PowerPoint Presentation</vt:lpstr>
      <vt:lpstr>PowerPoint Presentation</vt:lpstr>
      <vt:lpstr>PowerPoint Presentation</vt:lpstr>
      <vt:lpstr>PowerPoint Presentation</vt:lpstr>
      <vt:lpstr>3.6 Visual Basic Distinct Modes</vt:lpstr>
      <vt:lpstr>The Visual Basic Environment</vt:lpstr>
      <vt:lpstr>Format Window and Project Explorer</vt:lpstr>
      <vt:lpstr>Properties, Form Layout, and Toolbox</vt:lpstr>
      <vt:lpstr>Main Visual Window, Toolbar, and Form Information</vt:lpstr>
      <vt:lpstr>Design Time, Run Time, and Break Time</vt:lpstr>
      <vt:lpstr>Writing Your First Visual Basic Project</vt:lpstr>
      <vt:lpstr>Summary of Key Concepts</vt:lpstr>
      <vt:lpstr>Summary and Review Exercises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Visual Basic 6.0</dc:title>
  <cp:lastModifiedBy>Odilia Tita</cp:lastModifiedBy>
  <cp:revision>15</cp:revision>
  <dcterms:created xsi:type="dcterms:W3CDTF">2024-06-26T20:20:27Z</dcterms:created>
  <dcterms:modified xsi:type="dcterms:W3CDTF">2026-02-03T22:44:47Z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